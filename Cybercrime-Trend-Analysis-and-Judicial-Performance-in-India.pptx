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32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25:13.7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691 153 10448 0 0,'0'0'441'0'0,"-6"-1"-302"0"0,0 0-111 0 0,1 1 0 0 0,-1 0 0 0 0,0 0 0 0 0,0 0 0 0 0,0 0 1 0 0,0 1-1 0 0,1 0 0 0 0,-10 3 0 0 0,2 0 52 0 0,1 0 166 0 0,0 0-1 0 0,0 1 0 0 0,-15 8 0 0 0,-14 11 382 0 0,-42 25 4 0 0,18-8 30 0 0,-21 14 567 0 0,73-45-1112 0 0,0-2 3 0 0,1 2 0 0 0,0 0 0 0 0,0 0 0 0 0,-12 16 0 0 0,7-4-55 0 0,1 0 0 0 0,0 1 0 0 0,2 1 0 0 0,1 0 0 0 0,1 1 1 0 0,-11 30-1 0 0,-13 81 95 0 0,8-28-32 0 0,25-97-100 0 0,1 1 0 0 0,0 0-1 0 0,0 15 1 0 0,-1 7 138 0 0,5-29-125 0 0,-1-4-31 0 0,1-1-1 0 0,-1 1 1 0 0,0 0-1 0 0,1 0 0 0 0,-1-1 1 0 0,0 1-1 0 0,1 0 0 0 0,-1-1 1 0 0,1 0-1 0 0,-1 1 1 0 0,1-1-1 0 0,-1 0 0 0 0,1 0 1 0 0,-1 1-1 0 0,1-1 0 0 0,-1-1 1 0 0,1 1-1 0 0,-1 0 1 0 0,1 0-1 0 0,-1 0 0 0 0,1-1 1 0 0,-1 1-1 0 0,1-1 0 0 0,2-1 1 0 0,12-3 8 0 0,0-2 0 0 0,0 0 1 0 0,-1-1-1 0 0,1-1 0 0 0,-2 0 1 0 0,1-1-1 0 0,-1 0 0 0 0,-1-1 1 0 0,15-16-1 0 0,86-104 173 0 0,-46 50-73 0 0,36-29-4 0 0,-24 27-5 0 0,-23 27 12 0 0,15-16 64 0 0,-30 19-77 0 0,19-22 19 0 0,-41 51-54 0 0,17-29-1 0 0,13-14 137 0 0,-43 59-146 0 0,1 1 0 0 0,0 0 0 0 0,14-8 0 0 0,12-13 851 0 0,-35 40-743 0 0,0-6-127 0 0,-1-1 1 0 0,0 1 0 0 0,0-1-1 0 0,-1 1 1 0 0,-5 8 0 0 0,-2 5-2 0 0,-9 21 9 0 0,-4 9 20 0 0,-2-2 0 0 0,-33 47 0 0 0,51-83-57 0 0,-114 144 268 0 0,-61 26-13 0 0,118-121-165 0 0,-27 44 24 0 0,10-11 56 0 0,79-91-117 0 0,6-5-47 0 0,15-13-1 0 0,-1 0 0 0 0,30-35 0 0 0,-18 12-12 0 0,71-86 14 0 0,102-110 32 0 0,-126 147-35 0 0,-15 18 2 0 0,39-42-3 0 0,-22 25 10 0 0,-72 77 3 0 0,-6 7-23 0 0,0 1 9 0 0,1 2-5 0 0,6 0 2 0 0,-6 0-1 0 0,-1 2 8 0 0,0 0-15 0 0,-1 0-1 0 0,1 1 1 0 0,0-1-1 0 0,-1 0 1 0 0,1 0-1 0 0,-1 1 1 0 0,0-1 0 0 0,0 0-1 0 0,0 1 1 0 0,0-1-1 0 0,0 3 1 0 0,-7 28 37 0 0,3-17-34 0 0,-4 10 9 0 0,0 0-1 0 0,-2-1 1 0 0,-1 0-1 0 0,-17 29 0 0 0,4-6 21 0 0,-87 151 115 0 0,91-165-133 0 0,-16 25 47 0 0,3 1-1 0 0,-28 71 1 0 0,57-123-57 0 0,0 0 0 0 0,0 0 0 0 0,-1 0 0 0 0,-9 11 0 0 0,-6 10 19 0 0,17-24-18 0 0,0 0 0 0 0,0 0-1 0 0,-1 0 1 0 0,0-1-1 0 0,0 1 1 0 0,0-1-1 0 0,0 0 1 0 0,-1 0 0 0 0,-7 4-1 0 0,11-7-7 0 0,1-1 0 0 0,-1 1 0 0 0,0-1-1 0 0,1 1 1 0 0,-1 0 0 0 0,1-1 0 0 0,-1 1 0 0 0,1-1-1 0 0,0 1 1 0 0,-1 0 0 0 0,1 0 0 0 0,-1-1 0 0 0,1 1-1 0 0,0 0 1 0 0,0 0 0 0 0,-1-1 0 0 0,1 1-1 0 0,0 1 1 0 0,0 0 4 0 0,-2 1 34 0 0,2 0-13 0 0,-2 2-28 0 0,4-5 103 0 0,18-16-95 0 0,-1-1-1 0 0,-1-1 0 0 0,0-1 1 0 0,15-21-1 0 0,83-122 25 0 0,57-72 10 0 0,-128 181-26 0 0,71-82 2 0 0,-86 98-14 0 0,-21 25-2 0 0,1 1 0 0 0,0 0 1 0 0,13-12-1 0 0,-7 11-1 0 0,-9 7 1 0 0,-1 0 0 0 0,1-1 0 0 0,-1 0 0 0 0,0 0-1 0 0,0 0 1 0 0,-1-1 0 0 0,8-11 0 0 0,-6 8 0 0 0,0 1 0 0 0,0-1 0 0 0,1 1 0 0 0,11-9 0 0 0,-12 11 5 0 0,-6 5 18 0 0,-3 5-11 0 0,-7 9-3 0 0,-14 22 1 0 0,-8 13 3 0 0,-4 1 4 0 0,1 2 1 0 0,-46 96 0 0 0,39-66 10 0 0,-23 54 27 0 0,28-42-32 0 0,-50 134 41 0 0,70-176-47 0 0,-31 100 75 0 0,44-141-91 0 0,0 4 58 0 0,3-13-59 0 0,1 0 0 0 0,-1 0 0 0 0,0 0 0 0 0,0 1-1 0 0,1-1 1 0 0,-1 0 0 0 0,0 0 0 0 0,1 0 0 0 0,-1 0-1 0 0,0 1 1 0 0,1-1 0 0 0,-1 0 0 0 0,0 0 0 0 0,1 0-1 0 0,-1 0 1 0 0,0 0 0 0 0,1 0 0 0 0,-1 0 0 0 0,0 0-1 0 0,1 0 1 0 0,-1 0 0 0 0,0 0 0 0 0,1 0 0 0 0,-1 0-1 0 0,1-1 1 0 0,-1 1 0 0 0,0 0 0 0 0,0 0 0 0 0,1 0 0 0 0,-1 0-1 0 0,0-1 1 0 0,1 1 0 0 0,-1 0 0 0 0,0-1 0 0 0,21-8 3 0 0,-1-2 0 0 0,-1 0 0 0 0,0-1 0 0 0,-1-1 0 0 0,28-26 0 0 0,-22 16-3 0 0,-1-2 1 0 0,-1 0 0 0 0,25-38-1 0 0,11-14-1 0 0,91-118 0 0 0,-78 99 0 0 0,-18 26 0 0 0,-21 30 1 0 0,63-61-1 0 0,-87 93 1 0 0,-4 3 4 0 0,3-5-1 0 0,-5 8 33 0 0,-3 4-29 0 0,-12 17-2 0 0,-1-2 0 0 0,-19 20 0 0 0,8-10-1 0 0,-26 31 11 0 0,-35 38 14 0 0,-84 124 0 0 0,150-190-21 0 0,-41 66 18 0 0,53-81-23 0 0,0 0 0 0 0,2 0-1 0 0,0 1 1 0 0,-7 28 0 0 0,10-32 1 0 0,-1-3-2 0 0,4-9-3 0 0,0 0 0 0 0,0 1 0 0 0,-1-1 0 0 0,1 0 0 0 0,0 0 0 0 0,0 0 0 0 0,0 0 1 0 0,0 0-1 0 0,0 0 0 0 0,0 0 0 0 0,0 0 0 0 0,0 0 0 0 0,0 1 0 0 0,0-1 0 0 0,0 0 0 0 0,0 0 1 0 0,0 0-1 0 0,0 0 0 0 0,0 0 0 0 0,0 0 0 0 0,0 0 0 0 0,0 0 0 0 0,0 1 0 0 0,0-1 0 0 0,0 0 1 0 0,0 0-1 0 0,0 0 0 0 0,0 0 0 0 0,1 0 0 0 0,-1 0 0 0 0,0 0 0 0 0,0 0 0 0 0,0 0 0 0 0,0 1 1 0 0,0-1-1 0 0,0 0 0 0 0,0 0 0 0 0,0 0 0 0 0,0 0 0 0 0,0 0 0 0 0,0 0 0 0 0,1 0 0 0 0,-1 0 1 0 0,0 0-1 0 0,0 0 0 0 0,0 0 0 0 0,1 1 0 0 0,-1-1 0 0 0,1 1 0 0 0,0 0 0 0 0,0-1 0 0 0,0 1 1 0 0,-1-1-1 0 0,1 0 0 0 0,0 1 0 0 0,0-1 0 0 0,0 0 0 0 0,0 1 0 0 0,1-1 0 0 0,1-1 0 0 0,0 1 0 0 0,0-1 0 0 0,0 0 0 0 0,0-1 0 0 0,0 1 0 0 0,-1 0 0 0 0,1-1 0 0 0,0 0 0 0 0,-1 0 0 0 0,5-3 0 0 0,-4 3 0 0 0,23-19 0 0 0,-1-1 0 0 0,-1-1 0 0 0,23-28 0 0 0,55-83 0 0 0,-21 28 0 0 0,-8 9-4 0 0,-42 53 0 0 0,2 1 0 0 0,59-58 0 0 0,-10 31 4 0 0,-76 66 0 0 0,17-13 0 0 0,-11 2 0 0 0,-8 12 0 0 0,-6 10 0 0 0,-6 15 2 0 0,-55 100 5 0 0,-19 44 15 0 0,63-119-13 0 0,-84 190 22 0 0,73-171-26 0 0,19-42 1 0 0,-21 38-1 0 0,19-38 3 0 0,-15 33 0 0 0,-19 36 17 0 0,41-83-17 0 0,5-9-4 0 0,4-2-1 0 0,9-6-3 0 0,0 0 0 0 0,0-1 0 0 0,-1 0 0 0 0,0-1 0 0 0,0 0 0 0 0,17-19 0 0 0,21-32-4 0 0,46-69 0 0 0,-74 95 2 0 0,226-323-20 0 0,-210 313 12 0 0,2 2-1 0 0,52-43 1 0 0,-43 35 4 0 0,-35 39 4 0 0,2 0 2 0 0,-5 0 0 0 0,-66 103 0 0 0,22-42 6 0 0,1 2 0 0 0,-33 72 0 0 0,-104 195 95 0 0,137-267-68 0 0,32-49-25 0 0,-1-1 2 0 0,-4 6 3 0 0,4-6 20 0 0,5-4-25 0 0,5-6-3 0 0,0-1 1 0 0,0 0-1 0 0,0 0 0 0 0,10-17 0 0 0,20-45 11 0 0,-16 29-10 0 0,-9 17-2 0 0,1-2 3 0 0,1 1 0 0 0,22-29-1 0 0,69-70 74 0 0,142-128 0 0 0,-215 220-58 0 0,-16 15 4 0 0,23-18 0 0 0,-14 13 16 0 0,-20 16-28 0 0,1 1-1 0 0,0 0 1 0 0,1 1 0 0 0,9-7-1 0 0,-14 11-13 0 0,-1-1 21 0 0,1 1 0 0 0,-1 0 1 0 0,1 0-1 0 0,0 0 1 0 0,0 0-1 0 0,0 0 0 0 0,4 0 1 0 0,-7 3 6 0 0,0 4-17 0 0,1 0 1 0 0,-2 0-1 0 0,1 0 0 0 0,-1 0 1 0 0,0 0-1 0 0,-2 8 0 0 0,-14 38 34 0 0,9-31-37 0 0,-23 68 73 0 0,-62 120 1 0 0,57-126-46 0 0,1-2 0 0 0,-45 92 38 0 0,27-54 8 0 0,52-117-68 0 0,3-2-6 0 0,11-3 0 0 0,-4-3-5 0 0,0 0 0 0 0,0-1 0 0 0,16-15 0 0 0,-16 13 0 0 0,2-2-2 0 0,-1 1 1 0 0,-1-2-1 0 0,0 1 1 0 0,10-18-1 0 0,26-56 2 0 0,-26 47-1 0 0,32-57 13 0 0,122-175-1 0 0,-168 263-13 0 0,1 0 1 0 0,0 1-1 0 0,1 0 0 0 0,-1 0 0 0 0,10-6 0 0 0,29-24 7 0 0,-30 22-5 0 0,-3 4 3 0 0,-2 9 2 0 0,-10 1-7 0 0,0 1-1 0 0,0-1 0 0 0,1 1 1 0 0,-1 0-1 0 0,0-1 1 0 0,0 1-1 0 0,0-1 1 0 0,0 1-1 0 0,0 0 0 0 0,0-1 1 0 0,0 1-1 0 0,0-1 1 0 0,0 1-1 0 0,-1 0 1 0 0,1-1-1 0 0,0 1 0 0 0,0 0 1 0 0,0-1-1 0 0,-6 15 3 0 0,1 1-1 0 0,-2-2 1 0 0,0 1 0 0 0,-1-1-1 0 0,-13 20 1 0 0,2-4-1 0 0,-147 278 4 0 0,120-219-6 0 0,33-62 0 0 0,-29 40 0 0 0,39-61 0 0 0,-1 0 0 0 0,1-1 0 0 0,-4 11 0 0 0,0-4 0 0 0,3-4 0 0 0,10-10 0 0 0,9-9 0 0 0,37-50 0 0 0,50-76 0 0 0,-41 52 0 0 0,-1 12 0 0 0,75-71 0 0 0,-91 98 0 0 0,47-50 0 0 0,-83 89 0 0 0,0-1 0 0 0,10-7 0 0 0,13-12 7 0 0,-13 6-5 0 0,-16 17-1 0 0,-1 2 5 0 0,1 1 2 0 0,4-4 0 0 0,-7 8-6 0 0,-1 0-1 0 0,0 0 1 0 0,1 0-1 0 0,0 1 1 0 0,-1-1 0 0 0,1 0-1 0 0,0 6 1 0 0,-1-2 3 0 0,-18 64 17 0 0,-32 104 4 0 0,17-45-5 0 0,4-12 4 0 0,-20 34 14 0 0,23-79 2 0 0,27-71-33 0 0,1-1-7 0 0,0-1 0 0 0,0 0 0 0 0,0 0 0 0 0,0 0-1 0 0,0 1 1 0 0,0-1 0 0 0,0 0 0 0 0,0 0 0 0 0,0 0 0 0 0,0 1-1 0 0,0-1 1 0 0,0 0 0 0 0,0 0 0 0 0,0 0 0 0 0,0 0 0 0 0,0 1-1 0 0,0-1 1 0 0,1 0 0 0 0,-1 0 0 0 0,0 0 0 0 0,0 0 0 0 0,0 1-1 0 0,0-1 1 0 0,0 0 0 0 0,0 0 0 0 0,1 0 0 0 0,-1 0 0 0 0,0 0-1 0 0,0 0 1 0 0,0 0 0 0 0,0 1 0 0 0,1-1 0 0 0,-1 0 0 0 0,0 0-1 0 0,0 0 1 0 0,0 0 0 0 0,1 0 0 0 0,-1 0 0 0 0,0 0 0 0 0,0 0-1 0 0,0 0 1 0 0,1 0 0 0 0,-1 0 0 0 0,0 0 0 0 0,0 0 0 0 0,0 0-1 0 0,0 0 1 0 0,1 0 0 0 0,-1 0 0 0 0,0 0 0 0 0,0-1 0 0 0,0 1 0 0 0,1 0-1 0 0,-1 0 1 0 0,0 0 0 0 0,0 0 0 0 0,17-12 14 0 0,16-21-6 0 0,-21 18-3 0 0,-1-1-1 0 0,-1 0 1 0 0,0-1-1 0 0,9-21 0 0 0,13-22 10 0 0,43-87 13 0 0,-54 100-17 0 0,3 1 0 0 0,30-46 0 0 0,14-1 21 0 0,-61 84-30 0 0,19-27 21 0 0,-19 24-15 0 0,-6 10 56 0 0,-2 3-63 0 0,1 0 0 0 0,0 0 1 0 0,0 0-1 0 0,-1 0 0 0 0,1-1 0 0 0,0 1 0 0 0,-1 0 0 0 0,1 0 0 0 0,-1 0 0 0 0,1 0 0 0 0,-2 1 0 0 0,-2 3 2 0 0,-29 90 29 0 0,7-18-16 0 0,-29 85 15 0 0,-9 23 9 0 0,46-134-36 0 0,13-35 3 0 0,-11 26-1 0 0,4-18 0 0 0,4-8 0 0 0,0 1 1 0 0,-8 23 0 0 0,9-20 18 0 0,2-2-2 0 0,5-16-17 0 0,2-4 2 0 0,13-12-1 0 0,-4 3-1 0 0,-1 1 0 0 0,0-1 1 0 0,9-13-1 0 0,187-294 34 0 0,-197 302-33 0 0,0 0-1 0 0,2 1 0 0 0,-1 0 1 0 0,22-22-1 0 0,0-2 9 0 0,-25 28-9 0 0,1 2 1 0 0,0-1-1 0 0,12-10 0 0 0,5-3 14 0 0,-10 9-5 0 0,0 1-1 0 0,0 1 1 0 0,26-16 0 0 0,-36 26-8 0 0,1-1 0 0 0,-1 1 0 0 0,1 0 1 0 0,-1 0-1 0 0,1 1 0 0 0,0 0 0 0 0,8-1 0 0 0,-12 2 1 0 0,-1 1 0 0 0,1 1-7 0 0,-1-1 1 0 0,1 1-1 0 0,-1-1 0 0 0,0 1 1 0 0,0 0-1 0 0,0-1 0 0 0,0 1 0 0 0,0 0 1 0 0,0 0-1 0 0,0 0 0 0 0,0 0 0 0 0,-1 0 1 0 0,1 0-1 0 0,-1 0 0 0 0,0 0 1 0 0,1 0-1 0 0,-1 0 0 0 0,0 0 0 0 0,0 2 1 0 0,-1 11 5 0 0,-2 24 0 0 0,-37 204 35 0 0,29-190-10 0 0,10-50-26 0 0,1 10 17 0 0,0-12-22 0 0,0-1-1 0 0,0 0 1 0 0,0 0 0 0 0,0 1 0 0 0,0-1-1 0 0,0 0 1 0 0,0 0 0 0 0,0 1 0 0 0,0-1-1 0 0,0 0 1 0 0,0 0 0 0 0,0 1 0 0 0,0-1-1 0 0,0 0 1 0 0,0 1 0 0 0,0-1-1 0 0,0 0 1 0 0,1 0 0 0 0,-1 0 0 0 0,0 1-1 0 0,0-1 1 0 0,0 0 0 0 0,0 0 0 0 0,0 1-1 0 0,1-1 1 0 0,-1 0 0 0 0,0 0 0 0 0,0 0-1 0 0,0 0 1 0 0,1 1 0 0 0,-1-1 0 0 0,0 0-1 0 0,0 0 1 0 0,1 0 0 0 0,-1 0 0 0 0,0 0-1 0 0,0 0 1 0 0,1 1 0 0 0,-1-1 0 0 0,0 0-1 0 0,0 0 1 0 0,1 0 0 0 0,-1 0 0 0 0,0 0-1 0 0,1 0 1 0 0,-1 0 0 0 0,0 0 0 0 0,0 0-1 0 0,1-1 1 0 0,-1 1 0 0 0,0 0 0 0 0,0 0-1 0 0,1 0 1 0 0,2-1 3 0 0,-1-1 0 0 0,1 1 1 0 0,0-1-1 0 0,-1 0 0 0 0,5-4 0 0 0,15-16 2 0 0,-1 0-1 0 0,29-40 1 0 0,31-59 9 0 0,-70 104-15 0 0,86-127 10 0 0,-84 125-7 0 0,-4 5 1 0 0,1-1 0 0 0,8-20-1 0 0,-16 32 0 0 0,0 0 0 0 0,0 0 0 0 0,0 0-1 0 0,0 0 1 0 0,3-2 0 0 0,-4 4-2 0 0,1-1 36 0 0,-2 8-35 0 0,-1-1-1 0 0,1 0 1 0 0,-1 0 0 0 0,-2 7 0 0 0,1 2 0 0 0,-18 129 9 0 0,3-4-1 0 0,3-44-9 0 0,-3 18 6 0 0,16-105-7 0 0,0 0 1 0 0,0 14-1 0 0,1-13 1 0 0,0-1 1 0 0,0 0-1 0 0,-1 0 0 0 0,-4 14 1 0 0,4-16 1 0 0,-2 7-7 0 0,3 29 31 0 0,0-40-20 0 0,4-9 1 0 0,27-57 0 0 0,35-104 0 0 0,-57 143-8 0 0,85-186 24 0 0,-87 199-21 0 0,8-10 18 0 0,-14 20-13 0 0,0 1-7 0 0,0 0 0 0 0,0 1 0 0 0,0-1 0 0 0,0 0-1 0 0,-1 1 1 0 0,1-1 0 0 0,0 0 0 0 0,0 0 0 0 0,-1 0 0 0 0,2-1-1 0 0,0 0 7 0 0,-1 1 0 0 0,0 1-7 0 0,-1 0 1 0 0,0-1-1 0 0,1 1 0 0 0,-1-1 1 0 0,1 1-1 0 0,-1 0 0 0 0,0 0 1 0 0,1-1-1 0 0,-1 1 1 0 0,1 0-1 0 0,-1 0 0 0 0,1 0 1 0 0,-1-1-1 0 0,1 1 0 0 0,-1 0 1 0 0,1 0-1 0 0,-1 0 1 0 0,1 0-1 0 0,-1 0 0 0 0,1 0 1 0 0,-1 0-1 0 0,1 0 0 0 0,-1 0 1 0 0,2 0-1 0 0,11 7 10 0 0,-9-4-8 0 0,-1 1 0 0 0,1-1 0 0 0,0 1 0 0 0,-1 0 0 0 0,0 0 0 0 0,0 0 0 0 0,0 0 0 0 0,0 1 0 0 0,3 7 0 0 0,2 7 2 0 0,6 22 0 0 0,-7-19-1 0 0,21 82 15 0 0,-15-53-13 0 0,-11-38-2 0 0,-2-8-2 0 0,1 0-1 0 0,0 1 1 0 0,0-1 0 0 0,1 0 0 0 0,3 8 0 0 0,-3-8 1 0 0,-1-4-2 0 0,0 0 1 0 0,-1 0-1 0 0,1 1 1 0 0,-1-1 0 0 0,0 0-1 0 0,1 1 1 0 0,-1-1-1 0 0,0 0 1 0 0,0 1 0 0 0,0-1-1 0 0,0 0 1 0 0,0 1 0 0 0,0-1-1 0 0,-1 3 1 0 0,1-4-1 0 0,0-1 0 0 0,1 1 0 0 0,-1 0 1 0 0,0 0-1 0 0,0 0 0 0 0,0 0 0 0 0,0 0 0 0 0,0 0 0 0 0,0 0 1 0 0,0 0-1 0 0,0 0 0 0 0,0 0 0 0 0,0 0 0 0 0,0 0 0 0 0,0 0 1 0 0,0 0-1 0 0,0 0 0 0 0,0 0 0 0 0,0 0 0 0 0,0 0 1 0 0,0 0-1 0 0,0 0 0 0 0,1 0 0 0 0,-1 0 0 0 0,0 0 0 0 0,0 0 1 0 0,0 0-1 0 0,0 0 0 0 0,0 0 0 0 0,0 0 0 0 0,0 0 0 0 0,0 0 1 0 0,0 0-1 0 0,0 0 0 0 0,0 0 0 0 0,0 0 0 0 0,0 0 1 0 0,0 0-1 0 0,0 0 0 0 0,0 0 0 0 0,1 0 0 0 0,-1 0 0 0 0,0 0 1 0 0,0 0-1 0 0,0 0 0 0 0,0 0 0 0 0,0 0 0 0 0,0 0 0 0 0,0 0 1 0 0,0 0-1 0 0,0 1 0 0 0,0-1 0 0 0,0 0 0 0 0,0 0 0 0 0,0 0 1 0 0,0 0-1 0 0,0 0 0 0 0,0 0 0 0 0,0 0 0 0 0,0 0 1 0 0,0 0-1 0 0,0 0 0 0 0,0 0 0 0 0,0 0 0 0 0,0 0 0 0 0,0 0 1 0 0,0 1-1 0 0,4-3 0 0 0,0-1 1 0 0,0 1-1 0 0,0 0 1 0 0,0-1-1 0 0,-1 0 1 0 0,1 0-1 0 0,-1 0 1 0 0,0 0-1 0 0,0 0 1 0 0,0-1-1 0 0,0 1 1 0 0,2-6-1 0 0,6-9 2 0 0,12-27-1 0 0,-8 12-1 0 0,25-53 0 0 0,-22 45 0 0 0,22-59 0 0 0,-33 84 0 0 0,0 4 0 0 0,-6 0 0 0 0,0 5 0 0 0,4 20 0 0 0,20 51 0 0 0,-19-48 0 0 0,0 0 0 0 0,-1-4 0 0 0,0-2 0 0 0,-4-8 0 0 0,-1-2 0 0 0,0 0 0 0 0,0 0 0 0 0,0 1 0 0 0,0-1 0 0 0,0 0 0 0 0,0 0 0 0 0,0 0 0 0 0,0 0 0 0 0,0 1 0 0 0,0-1 0 0 0,0 0 0 0 0,0 0 0 0 0,0 0 0 0 0,0 0 0 0 0,0 0 0 0 0,0 1 0 0 0,1-1 0 0 0,-1 0 0 0 0,0 0 0 0 0,0 0 0 0 0,0 0 0 0 0,0 0 0 0 0,0 0 0 0 0,0 1 0 0 0,0-1 0 0 0,1 0 0 0 0,-1 0 0 0 0,0 0 0 0 0,0 0 0 0 0,0 0 0 0 0,0 0 0 0 0,0 0 0 0 0,1 0 0 0 0,-1 0 0 0 0,0 0 0 0 0,0 0 0 0 0,0 0 0 0 0,0 0 0 0 0,1 0 0 0 0,-1 0 0 0 0,0 0 0 0 0,0 0 0 0 0,0 0 0 0 0,3-2 0 0 0,-1 0 0 0 0,1 0 0 0 0,-1-1 0 0 0,0 1 0 0 0,0-1 0 0 0,0 0 0 0 0,0 1 0 0 0,-1-1 0 0 0,1 0 0 0 0,-1 0 0 0 0,0 0 0 0 0,1 0 0 0 0,-1 0 0 0 0,0-4 0 0 0,13-51 0 0 0,-13 53 0 0 0,27-141 0 0 0,-26 131 0 0 0,-2 2 0 0 0,0 6 0 0 0,7 123 0 0 0,-2-68 0 0 0,0 8 0 0 0,3 80 0 0 0,-8-72 0 0 0,0-48 0 0 0,0-4 0 0 0,0-12 0 0 0,0 1 0 0 0,0-1 0 0 0,0 0 0 0 0,0 0 0 0 0,0 1 0 0 0,0-1 0 0 0,0 0 0 0 0,0 0 0 0 0,0 1 0 0 0,0-1 0 0 0,0 0 0 0 0,0 0 0 0 0,0 1 0 0 0,0-1 0 0 0,0 0 0 0 0,0 0 0 0 0,0 0 0 0 0,0 1 0 0 0,0-1 0 0 0,0 0 0 0 0,1 0 0 0 0,-1 1 0 0 0,0-1 0 0 0,0 0 0 0 0,0 0 0 0 0,0 0 0 0 0,0 1 0 0 0,1-1 0 0 0,-1 0 0 0 0,9-11 0 0 0,1-6 0 0 0,-2 0 0 0 0,-2 2 0 0 0,-1 3 0 0 0,0 1 0 0 0,-4-1 0 0 0,-1 3-1 0 0,0 7-7 0 0,1 5-6 0 0,16 79-2 0 0,0-1 7 0 0,-14-69 8 0 0,-3 2-5 0 0,0-4 4 0 0,0-6-4 0 0,0 4 4 0 0,0-5-4 0 0,0 5 4 0 0,0-6-6 0 0,1-5-39 0 0,7-72 36 0 0,12-78-5 0 0,-18 146 11 0 0,-2-3-2 0 0,0-21-1 0 0,0 22 6 0 0,-1 5-3 0 0,-5-4 2 0 0,6 8 3 0 0,-1 0-1 0 0,1 0 1 0 0,-1-1 0 0 0,0 1-1 0 0,1 0 1 0 0,-1 0 0 0 0,1 0-1 0 0,-1 0 1 0 0,0 0 0 0 0,1 0-1 0 0,-1 0 1 0 0,1 0 0 0 0,-1 0-1 0 0,0 0 1 0 0,1 0 0 0 0,-2 0 0 0 0,-6 4-2 0 0,-1 0 1 0 0,1 0 0 0 0,-1 0 0 0 0,1 1 0 0 0,1 1 0 0 0,-1-1 0 0 0,1 1 0 0 0,-8 7 0 0 0,13-10 1 0 0,-30 28-4 0 0,1 1 0 0 0,-47 68-1 0 0,53-68 3 0 0,10-14-8 0 0,-34 33 1 0 0,8-12-13 0 0,36-33 14 0 0,-4 7 0 0 0,-1-2 0 0 0,-13 6-40 0 0,21-15 40 0 0,2-5-14 0 0,-7-26 11 0 0,-3-10-12 0 0,5 24 17 0 0,3 7 3 0 0,0 0 1 0 0,-1 0 0 0 0,0 1 0 0 0,0-1-1 0 0,-1 1 1 0 0,0-1 0 0 0,0 1 0 0 0,-1 0 0 0 0,0 1-1 0 0,0-1 1 0 0,0 1 0 0 0,-1 0 0 0 0,0 0-1 0 0,0 1 1 0 0,0 0 0 0 0,-1 0 0 0 0,-9-5 0 0 0,4 3 0 0 0,-1 1 0 0 0,1 1 0 0 0,-1 0 0 0 0,0 1 0 0 0,-1 0 0 0 0,1 1 0 0 0,-1 0 0 0 0,0 1 0 0 0,1 1 0 0 0,-1 0 0 0 0,0 1 0 0 0,-18 2 0 0 0,-16 4-8 0 0,0 3 1 0 0,-54 16-1 0 0,53-13 7 0 0,-149 45-35 0 0,160-48 28 0 0,0-1 0 0 0,0-2 0 0 0,-1-1 0 0 0,-53-2 0 0 0,-23-5-46 0 0,102 2 48 0 0,4 0 0 0 0,5 0-1 0 0,-4 0-4 0 0,6 0 3 0 0,4-2-14 0 0,1 0 23 0 0,0 0 0 0 0,0 0 0 0 0,1 1-1 0 0,-1-1 1 0 0,0 0 0 0 0,1 1 0 0 0,-1 0-1 0 0,7-2 1 0 0,36-3-6 0 0,-22 3 3 0 0,119-4-13 0 0,-50 4 7 0 0,-4-3-1 0 0,169-32-1 0 0,-230 31 12 0 0,151-33-13 0 0,-127 31 8 0 0,74-4-1 0 0,-82 10-4 0 0,40 0-13 0 0,-73 3 16 0 0,-1 0-1 0 0,-6 0 0 0 0,3 0 0 0 0,-5 0 0 0 0,-4 3-16 0 0,2-2 23 0 0,-1 0 1 0 0,1-1-1 0 0,0 1 1 0 0,-1 0 0 0 0,1 0-1 0 0,0 0 1 0 0,-1-1-1 0 0,1 1 1 0 0,-1 0 0 0 0,1-1-1 0 0,-1 1 1 0 0,1 0-1 0 0,-1-1 1 0 0,0 1 0 0 0,-50 36-19 0 0,0-2 1 0 0,-70 33 0 0 0,42-24 6 0 0,-223 112-44 0 0,228-121 29 0 0,-10 5-9 0 0,63-31 21 0 0,19-8 13 0 0,-19 4-21 0 0,18-5 15 0 0,2 2 0 0 0,-7 6 0 0 0,6-6 0 0 0,5-2-22 0 0,27-1 19 0 0,0-1 0 0 0,45-9 1 0 0,114-40-16 0 0,-4-16-4 0 0,-97 28 16 0 0,-34 15 10 0 0,10-8-7 0 0,-27 13 6 0 0,-25 12 5 0 0,4-3 0 0 0,2 3 0 0 0,-1-4 0 0 0,0 1 0 0 0,-1 3 0 0 0,-3 1 0 0 0,-2 0 0 0 0,2-2 0 0 0,-1-2 0 0 0,-1-2 0 0 0,0 1 0 0 0,-2-1 2 0 0,1-1 3 0 0,-3 1-4 0 0,-2-3-1 0 0,1-2 2 0 0,0 1 3 0 0,0 3-2 0 0,-1 2 2 0 0,1-1-4 0 0,0-1-1 0 0,0-4 0 0 0,-1 0 0 0 0,0 0 0 0 0,-1 0 0 0 0,1-21 0 0 0,4-14 0 0 0,-7 48 0 0 0,0-16 0 0 0,0 6 0 0 0,-2 2 0 0 0,0 1 0 0 0,0 19 0 0 0,0 16 0 0 0,5 47 0 0 0,-1-41-5 0 0,-1-1-1 0 0,-1 56 1 0 0,-3-37-4 0 0,1-32 4 0 0,0 0 1 0 0,0-4-8 0 0,0-4 2 0 0,0 17-22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26:19.9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3282 364 19495 0 0,'-1'25'-4'0'0,"-1"-10"-8"0"0,1-13 3 0 0,1 1-4 0 0,0 0 9 0 0,0 1 2 0 0,-7 16-12 0 0,6-18 35 0 0,1 0 14 0 0,-1-2-33 0 0,1 1 0 0 0,0-1 1 0 0,0 0-1 0 0,0 1 0 0 0,-1-1 1 0 0,1 0-1 0 0,0 0 0 0 0,0 1 0 0 0,0-1 1 0 0,0 0-1 0 0,0 1 0 0 0,0-1 1 0 0,0 0-1 0 0,0 1 0 0 0,0-1 1 0 0,0 0-1 0 0,0 1 0 0 0,0-1 1 0 0,0 1-1 0 0,0-1 0 0 0,0 0 0 0 0,0 1 1 0 0,0-1-1 0 0,0 0 0 0 0,0 0 1 0 0,0 1-1 0 0,1-1 0 0 0,-1 0 1 0 0,0 1-1 0 0,0-1 0 0 0,0 0 1 0 0,1 0-1 0 0,-1 1 0 0 0,0-1 0 0 0,0 0 1 0 0,1 1-1 0 0,0-1 3 0 0,0 0-1 0 0,0 1 1 0 0,0-1 0 0 0,0 0-1 0 0,0 0 1 0 0,0 0-1 0 0,0 0 1 0 0,0 0 0 0 0,0 0-1 0 0,0 0 1 0 0,0 0 0 0 0,0 0-1 0 0,0 0 1 0 0,2-1-1 0 0,3-2-4 0 0,0 1-1 0 0,1-1 0 0 0,-1-1 0 0 0,0 1 0 0 0,0-1 0 0 0,-1 0 0 0 0,7-7 1 0 0,4-1-2 0 0,0-2-12 0 0,-1 0-1 0 0,-1 0 0 0 0,0-1 1 0 0,-1-1-1 0 0,22-35 1 0 0,-34 49 12 0 0,5-7-20 0 0,-1 0 0 0 0,0-1 0 0 0,6-19 0 0 0,0 2-18 0 0,-10 23 0 0 0,1 1-1 0 0,0-1 1 0 0,0 1-1 0 0,0 0 1 0 0,0 0-1 0 0,0 0 1 0 0,1 0-1 0 0,-1 1 1 0 0,1-1-1 0 0,0 1 1 0 0,0-1-1 0 0,0 1 1 0 0,5-3-1 0 0,-6 4-21 0 0,-2 23-172 0 0,-5 72 89 0 0,0-4 84 0 0,5-64 33 0 0,-2-1 0 0 0,0 1 0 0 0,-2-1 0 0 0,-1 1 0 0 0,-8 25 0 0 0,8-37 15 0 0,3-5 1 0 0,-1 0 1 0 0,0 1-1 0 0,-1-2 0 0 0,0 1 0 0 0,0 0 1 0 0,-1-1-1 0 0,-9 13 0 0 0,4-11-11 0 0,8-7 18 0 0,-1-1 0 0 0,1 1 0 0 0,-1 0 0 0 0,1 0-1 0 0,0-1 1 0 0,0 1 0 0 0,0 1 0 0 0,-2 5 0 0 0,-1 4 3 0 0,2-2 4 0 0,2-10 30 0 0,2-1-31 0 0,-1-1 1 0 0,1 0 0 0 0,-1 0 0 0 0,1 0-1 0 0,0 0 1 0 0,-1 0 0 0 0,1 0-1 0 0,0 1 1 0 0,-1-1 0 0 0,1 0 0 0 0,1 0-1 0 0,1-2 3 0 0,13-16 18 0 0,-1 0 1 0 0,-1-2-1 0 0,17-31 1 0 0,-3 4 23 0 0,22-44 35 0 0,-8 14-20 0 0,-27 52-40 0 0,28-43 38 0 0,-14 25 12 0 0,-28 41-14 0 0,4 15-38 0 0,-4-5-14 0 0,0 0-1 0 0,-1 0 1 0 0,0 0 0 0 0,-1 1-1 0 0,1-1 1 0 0,-1 0 0 0 0,-4 14-1 0 0,-2 16 4 0 0,-38 256 37 0 0,44-288-43 0 0,-13 78 22 0 0,12-67-8 0 0,0 0 0 0 0,-8 25 0 0 0,9-39 25 0 0,4-3-33 0 0,2 0-4 0 0,0-1-1 0 0,-1 1 0 0 0,1-1 0 0 0,-1-1 1 0 0,1 1-1 0 0,-1-1 0 0 0,0 1 0 0 0,0-1 1 0 0,0-1-1 0 0,0 1 0 0 0,0 0 0 0 0,-1-1 1 0 0,4-4-1 0 0,5-7 2 0 0,-1-2-1 0 0,9-17 1 0 0,-6 11-1 0 0,86-141 106 0 0,-75 125-46 0 0,1 2-1 0 0,50-54 1 0 0,-66 80-49 0 0,-2 3 39 0 0,0 1 0 0 0,0 1 1 0 0,15-9-1 0 0,-8 4 8 0 0,-14 10-46 0 0,1 1 1 0 0,-1-1-1 0 0,0 1 1 0 0,0-1-1 0 0,1 1 0 0 0,-1 0 1 0 0,0-1-1 0 0,1 1 1 0 0,-1 0-1 0 0,0 0 0 0 0,1 0 1 0 0,-1 0-1 0 0,0 0 1 0 0,1 0-1 0 0,-1 0 0 0 0,2 1 1 0 0,-2 0-13 0 0,-1-1 0 0 0,1 0 0 0 0,-1 0 0 0 0,1 1 0 0 0,-1-1 0 0 0,1 0 0 0 0,-1 1 0 0 0,0-1-1 0 0,1 1 1 0 0,-1-1 0 0 0,0 0 0 0 0,1 1 0 0 0,-1-1 0 0 0,0 1 0 0 0,0-1 0 0 0,1 1 0 0 0,-1-1 0 0 0,0 1 0 0 0,0-1 0 0 0,0 1 0 0 0,0-1 0 0 0,1 2 0 0 0,1 8 30 0 0,1 7 18 0 0,9 24 1 0 0,-8-28-31 0 0,0-1 1 0 0,-1 1-1 0 0,2 24 1 0 0,-3 46 48 0 0,-3-46-34 0 0,1-23-17 0 0,-1-1 1 0 0,-5 23-1 0 0,3-21 14 0 0,-2 24 0 0 0,0-11 13 0 0,4-25-41 0 0,0 0 1 0 0,0 0 0 0 0,1 1-1 0 0,-1-1 1 0 0,1 0 0 0 0,0 1-1 0 0,0-1 1 0 0,0 1 0 0 0,1 5-1 0 0,-1-8-2 0 0,1 0-1 0 0,-1 0 0 0 0,0 0 0 0 0,0 0 0 0 0,0-1 1 0 0,1 1-1 0 0,-1 0 0 0 0,0 0 0 0 0,0 0 1 0 0,0 0-1 0 0,-1 0 0 0 0,1 0 0 0 0,0 1 0 0 0,0 0 6 0 0,0 1 9 0 0,0 6 48 0 0,-1-90 4 0 0,3 38-63 0 0,4-47 2 0 0,1 18 0 0 0,4-22-2 0 0,-1 64-9 0 0,-8 25 1 0 0,0-1 0 0 0,0 0 1 0 0,0 1-1 0 0,1-9 0 0 0,-4 12-1 0 0,1-2 3 0 0,10-11-18 0 0,-8 13 8 0 0,-2 8-116 0 0,3 16 104 0 0,6 25 0 0 0,3 28-25 0 0,3 99-54 0 0,-14-172 95 0 0,-1 1 0 0 0,0-1 0 0 0,0 1 0 0 0,0-1 0 0 0,-1 1-1 0 0,1-1 1 0 0,-1 1 0 0 0,0 3 0 0 0,1-5 4 0 0,0 0-1 0 0,-1-1 0 0 0,1 1 1 0 0,0 0-1 0 0,0 0 0 0 0,1 0 1 0 0,-1 0-1 0 0,0-1 0 0 0,0 1 1 0 0,0 0-1 0 0,1 0 0 0 0,-1 0 1 0 0,0-1-1 0 0,0 1 0 0 0,1 0 1 0 0,-1 0-1 0 0,2 1 0 0 0,-2-2-1 0 0,6 15-36 0 0,-5-12 25 0 0,1-4-79 0 0,1 1 91 0 0,-1-1 0 0 0,1 0 0 0 0,-1 0 0 0 0,0 0 0 0 0,1 0 0 0 0,-1 0 0 0 0,0 0 0 0 0,0-1 0 0 0,0 1 0 0 0,0-1 0 0 0,0 0 0 0 0,0 1 0 0 0,0-1 0 0 0,0 0 0 0 0,-1 0 0 0 0,1 0 0 0 0,-1 0 0 0 0,1 0 0 0 0,0-4 0 0 0,4-3 1 0 0,-2 0-1 0 0,1-1 1 0 0,5-17-1 0 0,-5 8-1 0 0,3-24 0 0 0,-4 20 0 0 0,0 0-1 0 0,9-22 1 0 0,-10 39-41 0 0,-1 5 24 0 0,0 12 20 0 0,4 9-5 0 0,0 0-1 0 0,0 1 1 0 0,5 35-1 0 0,1 6-17 0 0,-10-59 22 0 0,-2 17-8 0 0,0-7 1 0 0,-2-1 0 0 0,-1-1 0 0 0,10-42 4 0 0,9-58 0 0 0,-1-23 4 0 0,-15 111 0 0 0,0 0-1 0 0,0-1 1 0 0,0 1-1 0 0,0 0 1 0 0,0 0-1 0 0,1-1 1 0 0,-1 1-1 0 0,0 0 0 0 0,1 0 1 0 0,-1 0-1 0 0,1 0 1 0 0,0-1-1 0 0,-1 1 1 0 0,1 0-1 0 0,0 0 1 0 0,0 0-1 0 0,1-1 0 0 0,-2 2 1 0 0,0 0 0 0 0,0-1-1 0 0,1 1 1 0 0,-1 0-1 0 0,0 0 1 0 0,0-1-1 0 0,1 1 1 0 0,-1 0-1 0 0,0-1 1 0 0,0 1-1 0 0,0 0 1 0 0,0-1-1 0 0,1 1 1 0 0,-1-1-1 0 0,0 1 1 0 0,0 0-1 0 0,0-1 1 0 0,0 1 0 0 0,0-1-1 0 0,0 1 1 0 0,0 0-1 0 0,0-1 1 0 0,0 1-1 0 0,0 0 1 0 0,0-1-1 0 0,-1 0 1 0 0,1-19-46 0 0,0 18 20 0 0,8-3-22 0 0,-4 3-110 0 0,-3 12 69 0 0,0 0 67 0 0,-2 1-1 0 0,0-1 1 0 0,-3 15-1 0 0,-1 18-18 0 0,2 12-7 0 0,-11 124-158 0 0,10-152 167 0 0,3-17-20 0 0,0-1 0 0 0,-5 17 0 0 0,6-24 25 0 0,0-2-6 0 0,0 1 32 0 0,0-1-1 0 0,0 1 1 0 0,0-1 0 0 0,0 1 0 0 0,0-1-1 0 0,0 1 1 0 0,0-1 0 0 0,0 1-1 0 0,0-1 1 0 0,-1 1 0 0 0,1-1-1 0 0,0 0 1 0 0,0 1 0 0 0,0-1-1 0 0,-1 1 1 0 0,1-1 0 0 0,0 0 0 0 0,-1 1-1 0 0,1-1 6 0 0,-1 0 0 0 0,0 0 0 0 0,1 0 0 0 0,-1 0 0 0 0,0-1 0 0 0,1 1 0 0 0,-1 0 0 0 0,1-1 0 0 0,-1 1 0 0 0,1 0-1 0 0,-1-1 1 0 0,1 1 0 0 0,-1-1 0 0 0,1 1 0 0 0,-1 0 0 0 0,1-1 0 0 0,-1 0 0 0 0,1 1 0 0 0,0-1 0 0 0,-1 0 0 0 0,-9-10 1 0 0,1 0 0 0 0,0-1 0 0 0,1 0 1 0 0,1 0-1 0 0,-13-27 0 0 0,11 14-4 0 0,1-1 1 0 0,2 0-1 0 0,-5-30 0 0 0,10 50 0 0 0,0-24-28 0 0,1 28 26 0 0,-5-1-16 0 0,5 3 24 0 0,0-1 0 0 0,0 1 0 0 0,0 0 0 0 0,0 0-1 0 0,0 0 1 0 0,-1-1 0 0 0,1 1 0 0 0,0 0 0 0 0,0 0 0 0 0,0 0-1 0 0,-1-1 1 0 0,1 1 0 0 0,0 0 0 0 0,0 0 0 0 0,0 0 0 0 0,-1 0 0 0 0,1 0-1 0 0,0-1 1 0 0,0 1 0 0 0,-1 0 0 0 0,1 0 0 0 0,0 0 0 0 0,0 0-1 0 0,-1 0 1 0 0,1 0 0 0 0,0 0 0 0 0,-1 0 0 0 0,1 0 0 0 0,0 0-1 0 0,0 0 1 0 0,-1 0 0 0 0,1 0 0 0 0,0 0 0 0 0,0 0 0 0 0,-1 1 0 0 0,1-1-1 0 0,0 0 1 0 0,0 0 0 0 0,-1 0 0 0 0,1 0 0 0 0,-60 56-2 0 0,37-34 2 0 0,-4 4 2 0 0,20-18 0 0 0,1-3-1 0 0,1 0 1 0 0,-1 0-1 0 0,-13 8 1 0 0,2-1 18 0 0,7-4 37 0 0,-22 11-1 0 0,31-19-31 0 0,0 2-18 0 0,0-1 0 0 0,0 0 0 0 0,0-1 0 0 0,0 1-1 0 0,0 0 1 0 0,0 0 0 0 0,0 0 0 0 0,0-1-1 0 0,0 1 1 0 0,0 0 0 0 0,-2 0 0 0 0,0 1 3 0 0,-7 2 54 0 0,0 1 1 0 0,1 1 0 0 0,-12 9 0 0 0,19-14-40 0 0,2-1-20 0 0,-1 0-1 0 0,1 0 0 0 0,0 0 0 0 0,0 0 0 0 0,-1 0 0 0 0,1 0 0 0 0,0 0 1 0 0,-1 0-1 0 0,1 0 0 0 0,0 0 0 0 0,0 0 0 0 0,-1 0 0 0 0,1 0 0 0 0,0 0 0 0 0,0 0 1 0 0,-1 0-1 0 0,1 0 0 0 0,0 1 0 0 0,0-1 0 0 0,-1 0 0 0 0,1 0 0 0 0,0 0 1 0 0,0 0-1 0 0,0 0 0 0 0,-1 1 0 0 0,1-1 0 0 0,0 0 0 0 0,0 0 0 0 0,0 0 1 0 0,0 1-1 0 0,-1-1 0 0 0,1 0 0 0 0,0 0 0 0 0,0 1 0 0 0,0-1 0 0 0,0 1 1 0 0,0-1 5 0 0,0 0 1 0 0,0 0 0 0 0,0 1 0 0 0,0-1 0 0 0,0 0 0 0 0,1 0 0 0 0,-1 1-1 0 0,0-1 1 0 0,0 0 0 0 0,0 0 0 0 0,1 1 0 0 0,-1-1 0 0 0,0 0 0 0 0,0 0 0 0 0,1 0-1 0 0,-1 1 1 0 0,0-1 0 0 0,0 0 0 0 0,1 0 0 0 0,-1 0 0 0 0,0 0 0 0 0,0 0 0 0 0,1 0-1 0 0,-1 0 1 0 0,0 1 0 0 0,1-1 0 0 0,19 3 20 0 0,87 17 66 0 0,-4 11-16 0 0,-100-30-73 0 0,8 7 40 0 0,-5-4-13 0 0,-14-3 58 0 0,-7 0-69 0 0,-5 4-9 0 0,0-1-1 0 0,0-1 0 0 0,0 0 0 0 0,-21-2 0 0 0,-40-5 10 0 0,35 1 1 0 0,-57 3-1 0 0,42 2-8 0 0,32-2 1 0 0,-37 6 0 0 0,47-4 0 0 0,-23 0 0 0 0,25-1-4 0 0,-30 4 1 0 0,-9 2 20 0 0,-1-2 0 0 0,1-2 0 0 0,-63-6 0 0 0,81 0 39 0 0,-1-2 0 0 0,-40-11 0 0 0,59 6 39 0 0,20 10-115 0 0,-2-2 32 0 0,-1 2 14 0 0,-7-3 0 0 0,7 3 109 0 0,2-2-115 0 0,1 1-33 0 0,0 1 1 0 0,0 0-1 0 0,-1-1 0 0 0,1 1 0 0 0,0 0 1 0 0,0-1-1 0 0,0 1 0 0 0,0-1 0 0 0,0 1 0 0 0,0 0 1 0 0,0-1-1 0 0,0 1 0 0 0,0-1 0 0 0,0 1 1 0 0,0 0-1 0 0,0-1 0 0 0,0 1 0 0 0,0 0 1 0 0,0-1-1 0 0,1 1 0 0 0,-1-1 0 0 0,0 1 1 0 0,0 0-1 0 0,0-1 0 0 0,1 1 0 0 0,-1 0 1 0 0,0-1-1 0 0,1 1 0 0 0,12-12 63 0 0,28-10-21 0 0,-30 17-31 0 0,108-48 82 0 0,-81 37-26 0 0,77-22-1 0 0,-48 18-23 0 0,35-7 16 0 0,-10 3 2 0 0,135-31 72 0 0,-72 20-58 0 0,-113 25-58 0 0,54-17 39 0 0,-42 11 27 0 0,-52 15-76 0 0,-1 1-9 0 0,-1 0 1 0 0,0 0-1 0 0,1 0 1 0 0,-1 0-1 0 0,0 0 0 0 0,0-1 1 0 0,1 1-1 0 0,-1 0 1 0 0,0 0-1 0 0,1 0 1 0 0,-1 0-1 0 0,0 0 1 0 0,0 0-1 0 0,1-1 1 0 0,-1 1-1 0 0,0 0 0 0 0,0 0 1 0 0,1 0-1 0 0,-1-1 1 0 0,0 1-1 0 0,0 0 1 0 0,0 0-1 0 0,1 0 1 0 0,-1-1-1 0 0,0 1 1 0 0,0 0-1 0 0,0-1 1 0 0,0 1-1 0 0,0 0 0 0 0,1 0 1 0 0,-1-1-1 0 0,-67 2 14 0 0,0 2 0 0 0,1 4-1 0 0,-128 29 1 0 0,99-13-10 0 0,-48 14 12 0 0,64-11-7 0 0,1 4-1 0 0,-101 53 1 0 0,138-61-9 0 0,-95 58 21 0 0,80-45-8 0 0,-12 9 10 0 0,52-32-7 0 0,-1-1 0 0 0,-1-1 0 0 0,-30 14 0 0 0,46-23 0 0 0,-2-1 0 0 0,4 1-17 0 0,0-1 0 0 0,0 0 0 0 0,0 0-1 0 0,0 0 1 0 0,0 0 0 0 0,0 0 0 0 0,0 0 0 0 0,-1 0 0 0 0,1 0 0 0 0,0 1 0 0 0,0-1 0 0 0,0 0 0 0 0,0 0 0 0 0,0 0 0 0 0,-1 0 0 0 0,1 0 0 0 0,0 0 0 0 0,0 0 0 0 0,0 0 0 0 0,0 0 0 0 0,0 0 0 0 0,-1 0 0 0 0,1 0 0 0 0,0 0 0 0 0,0 0 0 0 0,0 0 0 0 0,0 0 0 0 0,0 0 0 0 0,-1 0 0 0 0,1 0 0 0 0,0 0-1 0 0,0 0 1 0 0,0 0 0 0 0,0 0 0 0 0,0-1 0 0 0,0 1 0 0 0,-1 0 0 0 0,1 0 0 0 0,0 0 0 0 0,0 0 0 0 0,0 0 0 0 0,0 0 0 0 0,0 0 0 0 0,0-1 0 0 0,109-179 50 0 0,-84 140-35 0 0,54-67 0 0 0,-53 74-10 0 0,47-57 9 0 0,39-53 16 0 0,-19 21-6 0 0,-76 100-22 0 0,-12 18-2 0 0,-1-1 1 0 0,-1 0 0 0 0,1 0-1 0 0,-1 0 1 0 0,1 0-1 0 0,-2-1 1 0 0,1 1-1 0 0,0-1 1 0 0,2-9 0 0 0,-1 4 4 0 0,-3 9 17 0 0,-5 2-15 0 0,-1 1-6 0 0,0 0-1 0 0,0 0 1 0 0,0 1-1 0 0,0 0 1 0 0,0 0-1 0 0,-7 4 1 0 0,-33 21 10 0 0,33-20-11 0 0,-29 21 6 0 0,1 1 0 0 0,-66 64-1 0 0,-57 89 23 0 0,129-134-18 0 0,-44 79-1 0 0,-3 5 17 0 0,-27 41 13 0 0,83-129-21 0 0,18-31-1 0 0,-1-1 0 0 0,-11 15-1 0 0,14-16-3 0 0,4-9-10 0 0,0 1 44 0 0,20-24-35 0 0,-1 0 0 0 0,-2-1 0 0 0,0 0 0 0 0,-1-2 0 0 0,16-32 0 0 0,48-131 22 0 0,-70 163-28 0 0,9-28 8 0 0,-4 14-7 0 0,25-51 1 0 0,5 15 7 0 0,-38 65-10 0 0,-5 7 2 0 0,0 0 2 0 0,-1 1-2 0 0,1 0 1 0 0,-1-1-1 0 0,1 1 1 0 0,0 0-1 0 0,-1 0 0 0 0,0-1 1 0 0,1 1-1 0 0,-1 0 1 0 0,0-1-1 0 0,1 1 1 0 0,-1-1-1 0 0,0 1 0 0 0,0 0 1 0 0,0-2-1 0 0,-1 3-6 0 0,0 1-1 0 0,0 0 0 0 0,0 0 1 0 0,0 0-1 0 0,0-1 0 0 0,0 1 0 0 0,0 0 1 0 0,1 0-1 0 0,-1 0 0 0 0,0 2 1 0 0,0-3-1 0 0,-61 70 39 0 0,41-47-32 0 0,-25 32 0 0 0,-12 43 13 0 0,18-28 5 0 0,14-20-1 0 0,18-38-9 0 0,6-10 7 0 0,2-4-14 0 0,1-4-7 0 0,0 1 0 0 0,0-1 0 0 0,1 1 0 0 0,0 0-1 0 0,0-1 1 0 0,0 1 0 0 0,0 0 0 0 0,5-6 0 0 0,5-14 5 0 0,42-101 6 0 0,58-124 1 0 0,-106 237-10 0 0,86-187 5 0 0,-79 161-9 0 0,-7 20 0 0 0,17-35 0 0 0,-21 50 0 0 0,-1 0 0 0 0,3-15 0 0 0,-2 10 0 0 0,-10 20 0 0 0,1 3 1 0 0,-1-1-1 0 0,0 1 0 0 0,-1-2 0 0 0,0 1 0 0 0,-17 16 1 0 0,-209 183 20 0 0,143-138-13 0 0,-61 56 9 0 0,81-63 6 0 0,-37 38 26 0 0,105-101-43 0 0,-1 0-1 0 0,1-1 1 0 0,-1 1-1 0 0,1-1 1 0 0,-1 0-1 0 0,-7 4 1 0 0,11-7 11 0 0,-1 1-2 0 0,-6 1 25 0 0,8-8-21 0 0,15-16-12 0 0,-9 14-1 0 0,59-95 12 0 0,32-45-1 0 0,-4 20-9 0 0,-64 83-2 0 0,-15 21-6 0 0,26-32 0 0 0,-30 46 0 0 0,0-2 0 0 0,-10 12 0 0 0,0 0 0 0 0,0 0 0 0 0,0 0 0 0 0,1-1 0 0 0,-1 1 0 0 0,0 0 0 0 0,0 0 0 0 0,0-1 0 0 0,0 1 0 0 0,0 0 0 0 0,0-1 0 0 0,0 1 0 0 0,1 0 0 0 0,-1 0 0 0 0,0-1 0 0 0,0 1 0 0 0,0 0 0 0 0,0-1 0 0 0,0 1 0 0 0,0 0 0 0 0,0-1 0 0 0,-1 1 0 0 0,1 0 0 0 0,0 0 0 0 0,0-1 0 0 0,0 1 0 0 0,0 0 0 0 0,0 0 0 0 0,0-1 0 0 0,-1 1 0 0 0,0 0 0 0 0,0 0 0 0 0,0 0 0 0 0,0 0 0 0 0,1 1 0 0 0,-1-1 0 0 0,0 0 0 0 0,0 1 0 0 0,1-1 0 0 0,-1 0 0 0 0,0 1 0 0 0,0-1 0 0 0,1 1 0 0 0,-1-1 0 0 0,1 1 0 0 0,-1-1 0 0 0,0 1 0 0 0,1-1 0 0 0,-2 2 0 0 0,-5 5 0 0 0,-24 18 0 0 0,0 2 0 0 0,3 1 0 0 0,-51 62 0 0 0,42-39 0 0 0,-57 104 0 0 0,16-6 0 0 0,-105 189 0 0 0,181-332 0 0 0,-10 15 0 0 0,7-16 0 0 0,5-8 0 0 0,3-9 0 0 0,22-26 0 0 0,-17 27 0 0 0,0 0 0 0 0,7-15 0 0 0,9-31 0 0 0,18-60 0 0 0,6-16 0 0 0,48-84 0 0 0,-93 210 0 0 0,3-6 0 0 0,0 1 0 0 0,0-1 0 0 0,10-13 0 0 0,-10 13 0 0 0,-7 12 0 0 0,-2 8 0 0 0,-4 14 0 0 0,3-3 0 0 0,-7 27 0 0 0,-6 63 0 0 0,-7 70 0 0 0,9-86 0 0 0,14-84 0 0 0,0-4 0 0 0,1 1 0 0 0,0 0 0 0 0,-1 0 0 0 0,2 0 0 0 0,-1 0 0 0 0,0 0 0 0 0,1 0 0 0 0,0-1 0 0 0,2 8 0 0 0,-2-11 0 0 0,-1 0 0 0 0,0 0 0 0 0,1 0 0 0 0,-1 0 0 0 0,1 0 0 0 0,-1 0 0 0 0,1 0 0 0 0,-1 0 0 0 0,1 0 0 0 0,0 0 0 0 0,0 0 0 0 0,1 0 0 0 0,-1 0 0 0 0,1 0 0 0 0,0 0 0 0 0,-1 0 0 0 0,1 0 0 0 0,0-1 0 0 0,0 1 0 0 0,0 0 0 0 0,0-1 0 0 0,-1 0 0 0 0,1 1 0 0 0,0-1 0 0 0,0 0 0 0 0,0 0 0 0 0,0 0 0 0 0,0 0 0 0 0,0-1 0 0 0,0 1 0 0 0,0 0 0 0 0,-1-1 0 0 0,1 1 0 0 0,0-1 0 0 0,2-1 0 0 0,7-2 0 0 0,0-1 0 0 0,16-10 0 0 0,-24 13 0 0 0,19-10 0 0 0,-10 6 0 0 0,0-1 0 0 0,0-1 0 0 0,12-10 0 0 0,226-219 0 0 0,-189 186 0 0 0,-20 15 0 0 0,-25 21 0 0 0,-4 8 0 0 0,-33 46 0 0 0,7-11 0 0 0,-99 184 0 0 0,88-166 0 0 0,19-33 0 0 0,-1 1 0 0 0,0-1 0 0 0,-19 23 0 0 0,18-27 0 0 0,1 1 0 0 0,-10 16 0 0 0,-23 34 0 0 0,29-47 0 0 0,11-13 0 0 0,-1 1 0 0 0,1-1 0 0 0,0 1 0 0 0,-1-1 0 0 0,1 1 0 0 0,-1-1 0 0 0,1 1 0 0 0,-1-1 0 0 0,1 0 0 0 0,-1 1 0 0 0,1-1 0 0 0,-1 0 0 0 0,1 1 0 0 0,-1-1 0 0 0,0 0 0 0 0,1 0 0 0 0,-1 0 0 0 0,0 1 0 0 0,0-2 0 0 0,1 1 0 0 0,-1 0 0 0 0,1-1 0 0 0,-1 1 0 0 0,1 0 0 0 0,-1-1 0 0 0,1 1 0 0 0,0-1 0 0 0,-1 1 0 0 0,1-1 0 0 0,0 1 0 0 0,0-1 0 0 0,-1 1 0 0 0,1-1 0 0 0,0 0 0 0 0,0 1 0 0 0,0-1 0 0 0,-1 1 0 0 0,1-1 0 0 0,0 1 0 0 0,0-1 0 0 0,0 0 0 0 0,0 1 0 0 0,0-1 0 0 0,0 1 0 0 0,0-1 0 0 0,1 0 0 0 0,-1 1 0 0 0,0-1 0 0 0,0 1 0 0 0,1-2 0 0 0,7-23 0 0 0,-6 21 0 0 0,13-42 0 0 0,15-70 0 0 0,-11 36 0 0 0,-9 32 0 0 0,-6 29 0 0 0,0 0 0 0 0,9-21 0 0 0,10-36 0 0 0,-20 68 0 0 0,-3-1 0 0 0,-3-28 0 0 0,-1 26 0 0 0,-6 2 0 0 0,7 8 0 0 0,1 0 0 0 0,-1 0 0 0 0,1 0 0 0 0,-1 0 0 0 0,1 0 0 0 0,-1 1 0 0 0,1 0 0 0 0,-1-1 0 0 0,0 1 0 0 0,1 0 0 0 0,-4 0 0 0 0,-32 7 0 0 0,22-4 0 0 0,-9 2 0 0 0,0 2 0 0 0,0 1 0 0 0,1 0 0 0 0,1 2 0 0 0,-1 1 0 0 0,1 1 0 0 0,1 1 0 0 0,0 0 0 0 0,-35 31 0 0 0,-4 11 0 0 0,-92 106 0 0 0,147-154 0 0 0,-120 117 0 0 0,100-101 0 0 0,-98 77 0 0 0,90-74 0 0 0,18-15 0 0 0,0 0 0 0 0,-31 15 0 0 0,31-17 0 0 0,1-2 2 0 0,2-6 4 0 0,10-1 2 0 0,3-10-1 0 0,-1 8-6 0 0,1 0 0 0 0,0-1 0 0 0,0 1 0 0 0,1-1-1 0 0,-1 1 1 0 0,0 0 0 0 0,1-1 0 0 0,-1 1-1 0 0,1 0 1 0 0,0-1 0 0 0,0 1 0 0 0,1-3 0 0 0,14-30 16 0 0,15-50 0 0 0,-26 69-13 0 0,27-68 25 0 0,8-23 5 0 0,-21 48-28 0 0,12-47 15 0 0,-31 105-20 0 0,0-1 0 0 0,0 0 0 0 0,0 0 0 0 0,1 1 0 0 0,-1-1 0 0 0,1 0 0 0 0,-1 1 0 0 0,1-1 0 0 0,-1 1 0 0 0,1-1 0 0 0,1-2 0 0 0,0 1 1 0 0,-1 1 30 0 0,-3 2-30 0 0,-1 0 0 0 0,1 1-1 0 0,0-1 1 0 0,-1 1 0 0 0,1 0 0 0 0,0 0-1 0 0,0 0 1 0 0,0 0 0 0 0,0 0-1 0 0,0 0 1 0 0,0 1 0 0 0,0-1 0 0 0,0 1-1 0 0,-3 2 1 0 0,-25 30 8 0 0,19-20-7 0 0,-17 18 7 0 0,1 3 1 0 0,1 0-1 0 0,-25 47 0 0 0,34-52 5 0 0,-2 0 1 0 0,-37 44-1 0 0,37-51 2 0 0,-9 15 40 0 0,25-36-26 0 0,0 8 58 0 0,13-22-79 0 0,0 1 0 0 0,-1-1 1 0 0,0 0-1 0 0,8-17 0 0 0,26-58 5 0 0,-25 49-2 0 0,19-54 5 0 0,-3 5 3 0 0,-1 24-2 0 0,60-89 1 0 0,-56 95 1 0 0,-30 45-8 0 0,-5 10 28 0 0,-6 4-33 0 0,-4 3-4 0 0,0 0-1 0 0,1 1 1 0 0,-1 0-1 0 0,-12 14 0 0 0,-28 36 11 0 0,17-19-11 0 0,15-15 0 0 0,0 0 1 0 0,1 1 0 0 0,1 1 0 0 0,-17 41 0 0 0,16-31 6 0 0,-34 52 1 0 0,-2 4 51 0 0,46-76-30 0 0,4-11-26 0 0,0 0 6 0 0,1-3-10 0 0,-1 0 1 0 0,1 1-1 0 0,0-1 1 0 0,0 1-1 0 0,-1-1 1 0 0,1 0-1 0 0,0 1 1 0 0,0-1-1 0 0,-1 1 1 0 0,1-1 0 0 0,0 1-1 0 0,0-1 1 0 0,0 1-1 0 0,0-1 1 0 0,0 1-1 0 0,0-1 1 0 0,0 1-1 0 0,0-1 1 0 0,0 1-1 0 0,0 0 1 0 0,6-4 2 0 0,0 0 0 0 0,0 0 0 0 0,-1 0 0 0 0,1-1 0 0 0,-1 0 1 0 0,0 0-1 0 0,7-8 0 0 0,33-39 5 0 0,-27 28-4 0 0,38-48 5 0 0,20-22 10 0 0,70-76 2 0 0,-109 125-15 0 0,32-41-6 0 0,102-111 12 0 0,-148 173-13 0 0,-17 15-1 0 0,1 1 0 0 0,0 0 0 0 0,0 0 0 0 0,10-6 0 0 0,-4 7 0 0 0,1 1 0 0 0,-5 4 0 0 0,-11 12 0 0 0,-75 171 0 0 0,47-114 0 0 0,-7 21 0 0 0,-23 101 14 0 0,56-177-10 0 0,3-8 1 0 0,1 3-2 0 0,0-8-3 0 0,1 0 0 0 0,-1 0 0 0 0,1 0 1 0 0,-1 1-1 0 0,1-1 0 0 0,-1 0 1 0 0,1 0-1 0 0,-1 0 0 0 0,1 0 0 0 0,-1 0 1 0 0,1 0-1 0 0,-1 0 0 0 0,0 0 1 0 0,1 0-1 0 0,-1 0 0 0 0,1 0 0 0 0,-1 0 1 0 0,1 0-1 0 0,-1 0 0 0 0,1 0 1 0 0,-1 0-1 0 0,1-1 0 0 0,4-1 0 0 0,-1 0 0 0 0,0 0 0 0 0,-1 0 0 0 0,1 0 0 0 0,0-1 0 0 0,-1 0 0 0 0,6-5 0 0 0,21-25 0 0 0,-2 0 0 0 0,-3 0 0 0 0,42-71 0 0 0,0-6 0 0 0,-46 77 0 0 0,-5 13 0 0 0,-11 14 0 0 0,0 0 0 0 0,0 0 0 0 0,-1-1 0 0 0,7-12 0 0 0,-5 8-1 0 0,-5 9-6 0 0,-11 11 0 0 0,8-5 6 0 0,-102 113-15 0 0,-25 13 8 0 0,127-129 8 0 0,-263 226 0 0 0,253-218 0 0 0,-1-1 0 0 0,0 0 0 0 0,0 0 0 0 0,-1-1 0 0 0,-14 4 0 0 0,15-8 0 0 0,-3 0 0 0 0,0-1 0 0 0,3-4 0 0 0,1-2 2 0 0,3 0 12 0 0,5-1-7 0 0,0 1-4 0 0,-1-1-1 0 0,1 0 1 0 0,0-1 0 0 0,0 1-1 0 0,0-1 1 0 0,1 1 0 0 0,0-1-1 0 0,0 0 1 0 0,0-1 0 0 0,1 1-1 0 0,0 0 1 0 0,0-1 0 0 0,1 1-1 0 0,-1-1 1 0 0,1 1 0 0 0,1-1-1 0 0,-1 0 1 0 0,2-6 0 0 0,-3-9 6 0 0,0-38 24 0 0,2 36-7 0 0,-2 0-1 0 0,-4-25 0 0 0,1 34 2 0 0,4 13-7 0 0,0-2 3 0 0,1 4-20 0 0,0-1 0 0 0,0 1 0 0 0,0-1 0 0 0,0 1 0 0 0,0-1 0 0 0,0 1 0 0 0,-1 0 0 0 0,1-1 0 0 0,0 1 0 0 0,0-1 0 0 0,0 1 0 0 0,0-1 0 0 0,-1 1 0 0 0,1 0 0 0 0,0-1 0 0 0,0 1 0 0 0,-1 0 0 0 0,1-1 0 0 0,0 1 0 0 0,-1 0 0 0 0,0-1 0 0 0,-1 0 2 0 0,-1 1 0 0 0,1-1 0 0 0,-1 1-1 0 0,0 0 1 0 0,1 0 0 0 0,-1 0 0 0 0,1 0 0 0 0,-1 0-1 0 0,0 0 1 0 0,1 1 0 0 0,-1 0 0 0 0,1-1 0 0 0,-1 1-1 0 0,1 0 1 0 0,-1 0 0 0 0,-3 2 0 0 0,-42 23 26 0 0,46-25-29 0 0,-29 20 33 0 0,0 2 0 0 0,-46 45 0 0 0,24-21 3 0 0,17-14-10 0 0,-20 16 22 0 0,-16 17 11 0 0,30-25-39 0 0,14-16 0 0 0,-29 25 20 0 0,-10 5 49 0 0,65-53-41 0 0,2-8-40 0 0,3-10-7 0 0,1 0 1 0 0,0 0 0 0 0,1 0 0 0 0,1 1 0 0 0,9-19 0 0 0,1-4 3 0 0,94-208 9 0 0,-59 159-9 0 0,-46 80-7 0 0,-1 0 1 0 0,10-10 0 0 0,-10 12-2 0 0,0 0 1 0 0,0 0 0 0 0,0 0 0 0 0,5-11 0 0 0,-2 4 0 0 0,1 1 0 0 0,-8 10 0 0 0,0 1 0 0 0,1 0 0 0 0,-1 0 0 0 0,0 0 0 0 0,0-1 0 0 0,0 1 0 0 0,0 0 0 0 0,0 0 0 0 0,0-1 0 0 0,1 1 0 0 0,-1 0 0 0 0,0 0 0 0 0,0-1 0 0 0,0 1 0 0 0,0 0 0 0 0,0 0 0 0 0,0-1 0 0 0,0 1 0 0 0,0 0 0 0 0,0 0 0 0 0,0-1 0 0 0,0 1 0 0 0,-1 0 0 0 0,1 0 0 0 0,0-1 0 0 0,0 1 0 0 0,0 0 0 0 0,0 0 0 0 0,0 0 0 0 0,0-1 0 0 0,0 1 0 0 0,-1 0 0 0 0,-11 8 0 0 0,-96 92 0 0 0,81-77 2 0 0,1 2-1 0 0,1 0 0 0 0,1 2 1 0 0,-35 52-1 0 0,20-18 0 0 0,-62 101 9 0 0,76-117 0 0 0,-33 83 1 0 0,56-123-10 0 0,-12 26 7 0 0,29-38 0 0 0,-6 1-8 0 0,0 0 0 0 0,-1 0 0 0 0,0-1 0 0 0,0 0 0 0 0,-1 0 0 0 0,0 0 0 0 0,0-1 0 0 0,8-13 0 0 0,3-8 0 0 0,18-37 0 0 0,-20 35 0 0 0,121-241-9 0 0,-54 91 1 0 0,-41 82-21 0 0,-19 47 11 0 0,-15 35 12 0 0,-6 15 1 0 0,0-1 0 0 0,-1 0-1 0 0,0 1 1 0 0,1-1 0 0 0,-1 0 0 0 0,0 0 0 0 0,0 0 0 0 0,-1 0-1 0 0,1 0 1 0 0,-1 0 0 0 0,1-1 0 0 0,-1 1 0 0 0,0-4 0 0 0,0 6-5 0 0,-3 1-8 0 0,-6 1 11 0 0,0 1 0 0 0,-1 0 0 0 0,1 1 0 0 0,1 0 0 0 0,-1 1 0 0 0,-15 8 0 0 0,7-4 2 0 0,-16 9-12 0 0,-45 32 1 0 0,47-28 3 0 0,-152 108-47 0 0,166-116 54 0 0,-11 10-10 0 0,-45 50 0 0 0,33-32 0 0 0,-31 27-32 0 0,50-38 15 0 0,19-28 20 0 0,1-1 11 0 0,0-1 0 0 0,0 1 1 0 0,1 0-1 0 0,-1-1 1 0 0,0 1-1 0 0,0 0 1 0 0,0 0-1 0 0,1 0 0 0 0,-1 0 1 0 0,0 1-1 0 0,-1 0-6 0 0,1-5-38 0 0,1 2 44 0 0,0-1 1 0 0,0 0 0 0 0,0 1-1 0 0,0-1 1 0 0,0 0 0 0 0,1 0-1 0 0,-1 1 1 0 0,0-1 0 0 0,1 0-1 0 0,0 1 1 0 0,-1-1 0 0 0,1 0-1 0 0,1-2 1 0 0,18-27-8 0 0,-9 14 3 0 0,1-6 1 0 0,14-36-1 0 0,1-3-8 0 0,-8 18-4 0 0,-12 26 8 0 0,12-21-1 0 0,-14 31 2 0 0,-1 0 0 0 0,-1 0-1 0 0,0 0 1 0 0,0 0 0 0 0,-1 0-1 0 0,3-17 1 0 0,-4 23-4 0 0,-1 0-8 0 0,0 2 19 0 0,0 0 1 0 0,0 0 0 0 0,0-1 0 0 0,0 1 0 0 0,0 0 0 0 0,0-1-1 0 0,0 1 1 0 0,0 0 0 0 0,0 0 0 0 0,0-1 0 0 0,0 1 0 0 0,0 0-1 0 0,0 0 1 0 0,0-1 0 0 0,0 1 0 0 0,0 0 0 0 0,0 0 0 0 0,0-1-1 0 0,0 1 1 0 0,0 0 0 0 0,0-1 0 0 0,0 1 0 0 0,0 0 0 0 0,-1 0-1 0 0,1 0 1 0 0,0-1 0 0 0,0 1 0 0 0,0 0 0 0 0,0 0 0 0 0,-1 0-1 0 0,1-1 1 0 0,0 1 0 0 0,0 0 0 0 0,-1 0 0 0 0,1 0 0 0 0,0 0-1 0 0,-1-1 1 0 0,-3 3-1 0 0,-1 1 0 0 0,1-1 0 0 0,0 1 0 0 0,-1-1 0 0 0,1 1 0 0 0,0 0 0 0 0,1 1 0 0 0,-1-1 0 0 0,0 1 0 0 0,-3 5 0 0 0,-35 47-13 0 0,31-39 11 0 0,-23 33-7 0 0,3 1 0 0 0,2 1 0 0 0,2 2 0 0 0,-20 59 0 0 0,-17 28 0 0 0,17-41 6 0 0,4-12-12 0 0,43-86 11 0 0,6-8 5 0 0,9-15 1 0 0,110-228-6 0 0,-65 125 3 0 0,27-62-5 0 0,-46 98-7 0 0,-26 59 6 0 0,-9 23 2 0 0,-3 2 7 0 0,-1-9-24 0 0,-2 11 16 0 0,-3 4-6 0 0,-20 18 7 0 0,1 1 1 0 0,-23 26 0 0 0,17-16 1 0 0,-88 101-13 0 0,79-86 14 0 0,-54 91-1 0 0,53-85-1 0 0,24-35 2 0 0,-11 19 1 0 0,15-24 1 0 0,9-11 0 0 0,0 0 0 0 0,1 0 0 0 0,-1 0 0 0 0,0 0 0 0 0,0 0 0 0 0,0 0 0 0 0,0 0 0 0 0,0 0 0 0 0,0-1 0 0 0,0 1 0 0 0,-1 0 0 0 0,1-4-4 0 0,0-3 3 0 0,0-1 1 0 0,0 1 0 0 0,1 0 0 0 0,0 0 0 0 0,0-1 0 0 0,2-5-1 0 0,8-45-12 0 0,-6 38 14 0 0,15-65-25 0 0,58-157 0 0 0,-12 84-28 0 0,-53 122 44 0 0,-9 26 0 0 0,-1 0-1 0 0,2 1 0 0 0,-1 0 0 0 0,9-15 0 0 0,-10 21 5 0 0,-1-1 0 0 0,1 0 0 0 0,-1 1 0 0 0,0-1 0 0 0,0 0 0 0 0,0 0 0 0 0,0 1 0 0 0,0-1 0 0 0,-1 0 0 0 0,1 0 0 0 0,-1-5 0 0 0,0 5-8 0 0,-2 3-52 0 0,1 0 64 0 0,-1 0 0 0 0,1 1 0 0 0,0-1 0 0 0,-1 0 0 0 0,1 1 0 0 0,0-1 0 0 0,0 1 0 0 0,-1-1 0 0 0,1 1 0 0 0,0 0 0 0 0,0-1 0 0 0,0 1 0 0 0,0 0 0 0 0,-1 0 0 0 0,1 0 0 0 0,0 0 0 0 0,1 0 0 0 0,-1 0 0 0 0,-1 1 0 0 0,-21 29-16 0 0,18-23 14 0 0,-24 35-13 0 0,3 2 0 0 0,1 1 1 0 0,-21 55-1 0 0,22-40 2 0 0,-34 88-11 0 0,36-87 5 0 0,-15 51-4 0 0,36-111 24 0 0,-5 19-15 0 0,0 0 0 0 0,-12 23 0 0 0,17-42 13 0 0,6-6 1 0 0,5-4 1 0 0,-1-1 1 0 0,0 0 0 0 0,-1 0 0 0 0,0-1-1 0 0,11-16 1 0 0,34-65 0 0 0,-14 21 0 0 0,101-126 0 0 0,-86 125 0 0 0,-29 40 0 0 0,1 2 0 0 0,36-33 0 0 0,-55 56 0 0 0,-1 1 0 0 0,-1 0 0 0 0,1 1 0 0 0,0-1 0 0 0,0 1 0 0 0,1 1 0 0 0,-1-1 0 0 0,1 1 0 0 0,11-4 0 0 0,-2 2 0 0 0,-1 2 0 0 0,-1 7 0 0 0,16 6 0 0 0,-26-9 0 0 0,0 0 0 0 0,1 1 0 0 0,-1-1 0 0 0,0 1 0 0 0,0 0 0 0 0,0 0 0 0 0,0 1 0 0 0,-1-1 0 0 0,1 1 0 0 0,-1-1 0 0 0,1 1 0 0 0,-1 0 0 0 0,0 1 0 0 0,0-1 0 0 0,0 0 0 0 0,2 5 0 0 0,4 4 0 0 0,-2-2 0 0 0,0 0 0 0 0,-1 1 0 0 0,0-1 0 0 0,0 1 0 0 0,4 16 0 0 0,15 60 5 0 0,-17-56 0 0 0,15 37 0 0 0,-19-58-5 0 0,0-1 0 0 0,1 1 1 0 0,0-1-1 0 0,1 0 0 0 0,8 10 1 0 0,-11-15-1 0 0,1 0 0 0 0,0-1 0 0 0,0 1-1 0 0,0-1 1 0 0,0 1 0 0 0,0-1 0 0 0,1-1 0 0 0,-1 1 0 0 0,1 0 0 0 0,0-1 0 0 0,0 0 0 0 0,7 2 0 0 0,95 18 0 0 0,-89-20 0 0 0,1 0 0 0 0,0-1 0 0 0,35-4 0 0 0,-22 1 0 0 0,-17 1-2 0 0,0-1 1 0 0,0 0 0 0 0,0-1 0 0 0,18-6 0 0 0,10-4-1 0 0,-29 9 0 0 0,-1 0 0 0 0,25-12 0 0 0,-22 8 1 0 0,22-7 0 0 0,-23 10-2 0 0,24-13 0 0 0,-18 8-1 0 0,0 1 1 0 0,44-12 0 0 0,-6 2-11 0 0,-29 8-2 0 0,1 1 0 0 0,60-10 0 0 0,-66 19 6 0 0,-9 1 2 0 0,-7 0 3 0 0,0 0 0 0 0,-1-1 0 0 0,1 0 0 0 0,13-3 0 0 0,1 0-3 0 0,40-2-5 0 0,21 1-3 0 0,-64 4 13 0 0,0 2 0 0 0,0 1 0 0 0,0 0 0 0 0,-1 1 1 0 0,1 1-1 0 0,-1 1 0 0 0,0 1 0 0 0,35 15 0 0 0,-18-1 3 0 0,-21-12 0 0 0,-1 0 0 0 0,2-1 0 0 0,-1-1 0 0 0,1 0 0 0 0,17 4 0 0 0,-22-8 0 0 0,1 0 0 0 0,-1 0 0 0 0,1-2 0 0 0,-1 1 0 0 0,1-1 0 0 0,-1-1 0 0 0,15-2 0 0 0,-6-1 3 0 0,35 0 0 0 0,-9 1-1 0 0,-14 1 2 0 0,1 1-1 0 0,33 5 1 0 0,15 0 1 0 0,-45-3-2 0 0,27-1 2 0 0,-55-1-4 0 0,-1 0 1 0 0,1 0-1 0 0,0 0 1 0 0,-1-1-1 0 0,14-5 0 0 0,-7 0-1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26:43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2158 752 5224 0 0,'-61'28'1'0'0,"10"-4"3"0"0,-89 28 0 0 0,122-47-2 0 0,-24 7 308 0 0,-78 12 1 0 0,-77-9 138 0 0,4-1 1134 0 0,124-10-728 0 0,46-4-622 0 0,1 2-1 0 0,-38 6 1 0 0,-198 53 671 0 0,61 3-203 0 0,150-43-481 0 0,-47 26 1 0 0,8-3 212 0 0,3 2-158 0 0,-28 14-29 0 0,30-27-18 0 0,-65 31 439 0 0,145-64-660 0 0,-2 2 21 0 0,0 0 0 0 0,0-1 0 0 0,0 0-1 0 0,0 1 1 0 0,0-1 0 0 0,0 0 0 0 0,0-1-1 0 0,-1 1 1 0 0,1 0 0 0 0,0-1 0 0 0,-1 0-1 0 0,1 0 1 0 0,0 0 0 0 0,-6-1 680 0 0,8-1-589 0 0,0 2-113 0 0,1-1 0 0 0,0 1 0 0 0,-1 0 1 0 0,1-1-1 0 0,0 1 0 0 0,0 0 0 0 0,0-1 0 0 0,-1 1 0 0 0,1 0 0 0 0,0-1 0 0 0,0 1 0 0 0,0-1 0 0 0,0 1 0 0 0,0-1 0 0 0,0 1 0 0 0,-1 0 0 0 0,1-1 0 0 0,0 1 0 0 0,0-1 0 0 0,0 1 0 0 0,0-1 0 0 0,1 1 0 0 0,-1 0 0 0 0,0-1 1 0 0,0 1-1 0 0,0-1 0 0 0,0 1 0 0 0,0 0 0 0 0,0-1 0 0 0,1 1 0 0 0,-1-1 0 0 0,12-7 43 0 0,-1-1 1 0 0,0-1-1 0 0,-1 0 1 0 0,0 0-1 0 0,14-20 1 0 0,12-12 20 0 0,-12 19 4 0 0,1 1 0 0 0,34-22 0 0 0,-30 24 76 0 0,42-41-1 0 0,-46 37-65 0 0,62-59 103 0 0,-59 59-95 0 0,-2-2 0 0 0,0 0 0 0 0,-2-2 0 0 0,-1 0 0 0 0,-1-2 1 0 0,-2 0-1 0 0,27-52 0 0 0,-47 80-90 0 0,16-28 83 0 0,-2-1 0 0 0,-1 0-1 0 0,11-43 1 0 0,-23 70-75 0 0,0-5 33 0 0,1 1 0 0 0,0 0 0 0 0,0 0-1 0 0,1 0 1 0 0,0 0 0 0 0,1 0-1 0 0,0 0 1 0 0,7-10 0 0 0,-11 18-40 0 0,1-1 1 0 0,-1 1 0 0 0,0 0-1 0 0,0-1 1 0 0,1 1-1 0 0,-1 0 1 0 0,0-1-1 0 0,0 1 1 0 0,0 0 0 0 0,0-1-1 0 0,1 1 1 0 0,-1-1-1 0 0,0 1 1 0 0,0 0 0 0 0,0-1-1 0 0,0 1 1 0 0,0-1-1 0 0,0 1 1 0 0,0 0-1 0 0,0-1 1 0 0,0 1 0 0 0,0-1-1 0 0,0 1 1 0 0,0 0-1 0 0,0-1 1 0 0,-1 1 0 0 0,1-4 376 0 0,-13 20-304 0 0,1-1 1 0 0,1 1-1 0 0,-15 29 0 0 0,19-34-60 0 0,-51 108 119 0 0,11-23 5 0 0,32-63-101 0 0,10-21-19 0 0,0-1 1 0 0,-1 0-1 0 0,0 0 1 0 0,-11 13-1 0 0,-5 0 20 0 0,9-9 15 0 0,-13 17 0 0 0,17-21 0 0 0,-17 18 0 0 0,2-3 7 0 0,3-9-4 0 0,6-5 268 0 0,21-25-236 0 0,25-19-47 0 0,-22 23-30 0 0,0 0-1 0 0,0-1 0 0 0,11-16 0 0 0,147-257 196 0 0,-115 180-135 0 0,40-71 40 0 0,67-72 145 0 0,-148 230-231 0 0,1 1 0 0 0,1 0 0 0 0,20-17 0 0 0,-11 11 20 0 0,-20 18-9 0 0,1 1 1 0 0,0-1-1 0 0,0 1 0 0 0,0 0 0 0 0,1 0 1 0 0,3-2-1 0 0,-8 19 54 0 0,-22 23-43 0 0,-1 0 1 0 0,-45 52-1 0 0,-36 22-30 0 0,51-58-10 0 0,-20 23-3 0 0,-128 137 5 0 0,180-191-11 0 0,-41 33 0 0 0,7-8 0 0 0,30-25 0 0 0,-1-2 0 0 0,-48 29 0 0 0,-13 10 0 0 0,75-48 0 0 0,12-11 0 0 0,-1 1 0 0 0,1-1 0 0 0,-1 0 0 0 0,1 1 0 0 0,-1-1 0 0 0,1 0 0 0 0,-1 0 0 0 0,0 0 0 0 0,0 0 0 0 0,0 0 0 0 0,0 0 0 0 0,1 0 0 0 0,-5 0 0 0 0,5-1 0 0 0,1 0 0 0 0,-1 0 0 0 0,1 1 0 0 0,-1-1 0 0 0,0 0 0 0 0,1 0 0 0 0,-1 0 0 0 0,0-1 0 0 0,1 1 0 0 0,-1 0 0 0 0,1 0 0 0 0,-1 0 0 0 0,0 0 0 0 0,1 0 0 0 0,-2-1 0 0 0,2 1 0 0 0,0-1 0 0 0,0 1 0 0 0,-1 0 0 0 0,1 0 0 0 0,0-1 0 0 0,0 1 0 0 0,0 0 0 0 0,-1-1 0 0 0,1 1 0 0 0,0 0 0 0 0,0-1 0 0 0,0 1 0 0 0,0-1 0 0 0,0 1 0 0 0,-1 0 0 0 0,1-1 0 0 0,0 1 0 0 0,0 0 0 0 0,0-1 0 0 0,0 1 0 0 0,0-1 0 0 0,0 1 0 0 0,0 0 0 0 0,0-1 0 0 0,1 1 0 0 0,-1 0 0 0 0,0-1 0 0 0,0 1 0 0 0,0 0 0 0 0,0-1 0 0 0,0 1 0 0 0,1 0 0 0 0,-1-1 0 0 0,0 1 0 0 0,11-14 0 0 0,-9 12 0 0 0,120-141-6 0 0,-94 111 4 0 0,71-89-4 0 0,-88 105 6 0 0,55-69-5 0 0,-53 69 4 0 0,1 1-1 0 0,1 1 1 0 0,19-15-1 0 0,-31 26 0 0 0,0 2-1 0 0,14-6 1 0 0,-8 3 1 0 0,-7 3-6 0 0,0 2 1 0 0,-1-1 4 0 0,0 1 0 0 0,0-1 0 0 0,0 1 1 0 0,0 0-1 0 0,-1-1 0 0 0,1 1 0 0 0,0 0 0 0 0,0 0 1 0 0,-1 0-1 0 0,1 0 0 0 0,0-1 0 0 0,-1 1 0 0 0,1 0 1 0 0,-1 0-1 0 0,1 0 0 0 0,-1 0 0 0 0,0 0 0 0 0,1 0 1 0 0,-1 0-1 0 0,0 0 0 0 0,0 1 0 0 0,0-1 0 0 0,0 0 1 0 0,0 0-1 0 0,0 0 0 0 0,0 0 0 0 0,0 0 0 0 0,0 0 1 0 0,0 2-1 0 0,-2 4 2 0 0,0 0 0 0 0,0 0 0 0 0,-6 11 0 0 0,1-1-5 0 0,-12 34 2 0 0,-29 51 0 0 0,33-73 2 0 0,-23 40 1 0 0,-4 6 0 0 0,18-23 0 0 0,-32 51 0 0 0,48-90 0 0 0,-15 21 0 0 0,2 0 0 0 0,-27 62 0 0 0,45-87 0 0 0,-5 12 0 0 0,0-1 0 0 0,2 2 0 0 0,-5 24 0 0 0,10-46 1 0 0,1 0-1 0 0,0 1 0 0 0,0-1 0 0 0,0 0 0 0 0,0 1 0 0 0,0-1 0 0 0,0 0 0 0 0,0 1 1 0 0,0-1-1 0 0,0 1 0 0 0,0-1 0 0 0,0 0 0 0 0,0 1 0 0 0,0-1 0 0 0,0 0 0 0 0,0 1 1 0 0,1-1-1 0 0,-1 0 0 0 0,0 1 0 0 0,0-1 0 0 0,0 0 0 0 0,0 0 0 0 0,1 1 1 0 0,-1-1-1 0 0,0 0 0 0 0,0 1 0 0 0,1-1 0 0 0,-1 0 0 0 0,1 0 0 0 0,10-1 10 0 0,21-15 12 0 0,-22 10-18 0 0,6-3 1 0 0,13-6 6 0 0,-2-1-1 0 0,0-1 1 0 0,29-24-1 0 0,-23 11-2 0 0,132-121 33 0 0,-99 89-10 0 0,13-13-4 0 0,-41 36-12 0 0,21-22 7 0 0,-12 10 4 0 0,-2 2 12 0 0,-18 19-22 0 0,0-1 24 0 0,-25 30 0 0 0,6-8 121 0 0,-22 38-131 0 0,-1 0 0 0 0,-1 0 0 0 0,-29 36 0 0 0,9-13-14 0 0,-87 127 50 0 0,-44 83 58 0 0,145-219-107 0 0,17-33-6 0 0,0 0 1 0 0,-1 0 0 0 0,-13 18 0 0 0,9-7 113 0 0,16-31-117 0 0,1 0 0 0 0,-2-1-1 0 0,8-16 1 0 0,1-4-2 0 0,29-68 5 0 0,-6 10-6 0 0,74-126 10 0 0,-99 195-15 0 0,0 1 1 0 0,21-24-1 0 0,7-9 0 0 0,-18 21 0 0 0,13-23 0 0 0,-32 48 0 0 0,12-15 0 0 0,-9 12 0 0 0,-9 10 0 0 0,-6 6 0 0 0,-2 5 0 0 0,-18 26 0 0 0,6-7 0 0 0,-187 284 4 0 0,188-279-1 0 0,-22 41 12 0 0,43-75-14 0 0,-1 4 0 0 0,-3 15 7 0 0,2-12 0 0 0,2-7 16 0 0,12-1-14 0 0,-7-1-9 0 0,0-1 1 0 0,0 1 0 0 0,0-1 0 0 0,0 0 0 0 0,0 0-1 0 0,0-1 1 0 0,0 1 0 0 0,0-1 0 0 0,0 0-1 0 0,3-2 1 0 0,35-27 7 0 0,-33 24-7 0 0,28-23 10 0 0,59-60 0 0 0,-12 13 6 0 0,-26 26-2 0 0,-8 10 3 0 0,-38 32-15 0 0,0 0 1 0 0,-1-1-1 0 0,17-17 1 0 0,-22 19-2 0 0,2 1-1 0 0,12-10 1 0 0,-12 11 2 0 0,0-1 1 0 0,8-9-1 0 0,-13 12-4 0 0,1 0-1 0 0,13-5 10 0 0,-2 1 2 0 0,-9 6-10 0 0,-3 2 0 0 0,-1-1 4 0 0,-3 12-5 0 0,0 0 0 0 0,-1-1 1 0 0,0 1-1 0 0,-1-1 0 0 0,0 0 0 0 0,-8 18 0 0 0,0 0-1 0 0,3-5 0 0 0,-36 87 0 0 0,15-51 0 0 0,-122 222 0 0 0,132-249 0 0 0,-57 84 0 0 0,44-79 0 0 0,-18 23-9 0 0,46-57 4 0 0,-4-1 1 0 0,4-5-7 0 0,-1-4 9 0 0,1 0 1 0 0,0 0-1 0 0,0 0 1 0 0,1 0-1 0 0,0-1 1 0 0,0 1-1 0 0,-3-15 0 0 0,-7-62-13 0 0,1 5-8 0 0,12 79 23 0 0,-5-24-24 0 0,-1 1 0 0 0,-1 0-1 0 0,-1 0 1 0 0,-12-24 0 0 0,18 45 11 0 0,2 2 12 0 0,0 0 0 0 0,-1 0 1 0 0,1 0-1 0 0,0 0 0 0 0,0 0 1 0 0,-1 0-1 0 0,1-1 0 0 0,0 1 1 0 0,0 0-1 0 0,-1 0 0 0 0,1 0 0 0 0,0 0 1 0 0,0-1-1 0 0,-1 1 0 0 0,1 0 1 0 0,0 0-1 0 0,0 0 0 0 0,0-1 1 0 0,-1 1-1 0 0,1 0 0 0 0,0 0 1 0 0,0-1-1 0 0,0 1 0 0 0,0-1 1 0 0,-1 1-2 0 0,1-1 1 0 0,0 1 0 0 0,0-1-1 0 0,-1 1 1 0 0,1-1 0 0 0,0 1-1 0 0,-1-1 1 0 0,1 1-1 0 0,-1 0 1 0 0,1-1 0 0 0,-1 1-1 0 0,1-1 1 0 0,-1 1 0 0 0,1 0-1 0 0,-1-1 1 0 0,0 1 0 0 0,-10-5-8 0 0,-1 1 0 0 0,1 1 0 0 0,-1 0 0 0 0,0 0 1 0 0,0 1-1 0 0,0 1 0 0 0,-19 0 0 0 0,29 1 9 0 0,0-1 0 0 0,0 1-1 0 0,-1 0 1 0 0,1 0 0 0 0,0 0 0 0 0,0 1 0 0 0,-1-1 0 0 0,1 0-1 0 0,0 1 1 0 0,0 0 0 0 0,0-1 0 0 0,0 1 0 0 0,-4 2 0 0 0,0 0-1 0 0,-4 2 1 0 0,0 1 0 0 0,1 0 0 0 0,-1 0 0 0 0,1 0 0 0 0,0 2 0 0 0,1-1 0 0 0,-14 16 0 0 0,16-16 0 0 0,-3 3 4 0 0,1 1-1 0 0,0 1 0 0 0,1 0 1 0 0,-11 23-1 0 0,3-6-2 0 0,6-11 9 0 0,9-13-8 0 0,0-2 0 0 0,-1 0 6 0 0,1-1-1 0 0,0-1-6 0 0,0-1-1 0 0,0 1 1 0 0,0 0-1 0 0,0 0 1 0 0,0-1-1 0 0,1 1 1 0 0,-1 0-1 0 0,0-1 1 0 0,0 1-1 0 0,1 0 1 0 0,-1-1-1 0 0,0 1 1 0 0,1 0-1 0 0,-1-1 1 0 0,1 1-1 0 0,-1-1 1 0 0,1 1-1 0 0,-1-1 1 0 0,1 1-1 0 0,-1-1 1 0 0,1 1-1 0 0,-1-1 1 0 0,2 1-1 0 0,0 0 2 0 0,0 0 0 0 0,1 0 0 0 0,-1-1 0 0 0,0 1 0 0 0,1 0 0 0 0,-1-1 1 0 0,4 1-1 0 0,4-1 8 0 0,1 0 0 0 0,17-3 0 0 0,5-2 2 0 0,-1-3 0 0 0,-1-1 1 0 0,1-1-1 0 0,-2-1 1 0 0,1-2-1 0 0,46-27 0 0 0,-55 27-1 0 0,92-54 41 0 0,-4-2-18 0 0,-75 48-25 0 0,86-41 26 0 0,-23 13-8 0 0,-77 38-18 0 0,105-55 46 0 0,-114 61-49 0 0,-1-2-1 0 0,0 1 1 0 0,0-1-1 0 0,-1-1 1 0 0,0 0-1 0 0,0-1 1 0 0,-1 0-1 0 0,10-12 1 0 0,-15 17 0 0 0,2-3 2 0 0,-4 6 0 0 0,-2 1-7 0 0,0 0-1 0 0,-1-1 0 0 0,1 1 1 0 0,0 0-1 0 0,0 0 0 0 0,-1 0 0 0 0,1 0 1 0 0,0 0-1 0 0,0 0 0 0 0,0 0 1 0 0,-1 0-1 0 0,1 0 0 0 0,0-1 1 0 0,0 1-1 0 0,0 0 0 0 0,-1 0 1 0 0,1 0-1 0 0,0 0 0 0 0,0-1 0 0 0,0 1 1 0 0,0 0-1 0 0,0 0 0 0 0,0-1 1 0 0,-1 1-1 0 0,1 0 0 0 0,0-1 1 0 0,0 1-1 0 0,0 0 0 0 0,0-1 0 0 0,0 1 0 0 0,-1 0 0 0 0,1 0 1 0 0,0-1-1 0 0,0 1 0 0 0,0 0 0 0 0,0 0 0 0 0,-1-1 0 0 0,1 1 1 0 0,0 0-1 0 0,0 0 0 0 0,-1-1 0 0 0,1 1 0 0 0,0 0 0 0 0,-1 0 1 0 0,1 0-1 0 0,0 0 0 0 0,-1-1 0 0 0,1 1 0 0 0,0 0 1 0 0,0 0-1 0 0,-1 0 0 0 0,1 0 0 0 0,0 0 0 0 0,-1 0 0 0 0,1 0 1 0 0,0 0-1 0 0,-1 0 0 0 0,1 0 0 0 0,0 0 0 0 0,-1 0 0 0 0,1 0 1 0 0,0 0-1 0 0,-1 1 0 0 0,-11 1 4 0 0,1 1 0 0 0,0 1 0 0 0,-1 0-1 0 0,2 0 1 0 0,-13 7 0 0 0,-54 36-1 0 0,57-35-2 0 0,-38 26 8 0 0,1 2 0 0 0,3 2 0 0 0,1 3 0 0 0,-49 55 0 0 0,41-24 5 0 0,28-32-1 0 0,27-37-11 0 0,1 0 0 0 0,0 1 1 0 0,1-1-1 0 0,0 1 1 0 0,0 0-1 0 0,-5 16 0 0 0,2-8 4 0 0,1-3 2 0 0,-2 2 18 0 0,11-15-14 0 0,3 1-11 0 0,0-1 0 0 0,0-1 0 0 0,0 1 0 0 0,0-1 0 0 0,0 0 0 0 0,0-1 0 0 0,0 1 0 0 0,-1-1 1 0 0,9-4-1 0 0,-5 3-2 0 0,26-11 4 0 0,-1-2 0 0 0,56-35 0 0 0,-25 14 3 0 0,-28 15-3 0 0,68-54 0 0 0,25-39 8 0 0,-110 95-11 0 0,-1-1 0 0 0,-1-1 0 0 0,-1 0 0 0 0,-2-1 0 0 0,0-1 0 0 0,-1-1 0 0 0,-1 0 0 0 0,-1 0 0 0 0,11-37 0 0 0,-20 53 0 0 0,0-1 0 0 0,-1 1 0 0 0,-1-1-1 0 0,2-14 1 0 0,-4 21-5 0 0,-8-16 2 0 0,5 16-2 0 0,0 3 4 0 0,0-1 1 0 0,0 1-1 0 0,0-1 0 0 0,0 1 1 0 0,-1 0-1 0 0,1 1 1 0 0,0-1-1 0 0,0 1 1 0 0,0 0-1 0 0,0 0 1 0 0,0 0-1 0 0,0 0 1 0 0,1 1-1 0 0,-1 0 0 0 0,0-1 1 0 0,-6 6-1 0 0,0-1 0 0 0,-19 12-3 0 0,-50 43 0 0 0,62-44 1 0 0,-27 34-1 0 0,16-17 2 0 0,13-16-1 0 0,1 1 0 0 0,1 1 0 0 0,1 0 0 0 0,0 0 0 0 0,2 2 1 0 0,0-1-1 0 0,-10 37 0 0 0,8 8-4 0 0,11-50 7 0 0,1-15 0 0 0,1 0 0 0 0,-1 1 0 0 0,1-1 0 0 0,-1 0 0 0 0,1 0 0 0 0,-1 0 0 0 0,1 0 0 0 0,0 1 0 0 0,1 0 0 0 0,11 10 0 0 0,-9-9 0 0 0,0 0 0 0 0,1-1 0 0 0,0 1 0 0 0,0-1 0 0 0,0 0 0 0 0,0 0 0 0 0,0-1 0 0 0,0 0 0 0 0,0 0 0 0 0,1 0 0 0 0,-1 0 0 0 0,0-1 0 0 0,1 0 0 0 0,7 0 0 0 0,-1-1 0 0 0,-1-1 0 0 0,0 0 0 0 0,0 0 0 0 0,0-1 0 0 0,0-1 0 0 0,10-4 0 0 0,-3-1 1 0 0,0-1 0 0 0,-1 0 0 0 0,26-21 0 0 0,43-44 4 0 0,-80 69-4 0 0,23-24 4 0 0,-2 0 1 0 0,28-41 0 0 0,14-17 7 0 0,-63 80-13 0 0,1 0 0 0 0,7-13 0 0 0,-9 10 0 0 0,-1-2 0 0 0,-4 1 0 0 0,0 12 0 0 0,-1-1 0 0 0,1 1 0 0 0,0-1 0 0 0,0 1 0 0 0,0 0 0 0 0,0-1 0 0 0,0 1 0 0 0,-1 0 0 0 0,1-1 0 0 0,0 1 0 0 0,0-1 0 0 0,0 1 0 0 0,-1 0 0 0 0,1-1 0 0 0,0 1 0 0 0,-1 0 0 0 0,1 0 0 0 0,0-1 0 0 0,-1 1 0 0 0,1 0 0 0 0,0 0 0 0 0,-1-1 0 0 0,1 1 0 0 0,0 0 0 0 0,-1 0 0 0 0,-2 0 0 0 0,0 0 0 0 0,0 1 0 0 0,1 0 0 0 0,-1-1 0 0 0,0 1 0 0 0,1 0 0 0 0,-1 0 0 0 0,0 1 0 0 0,1-1 0 0 0,-4 3 0 0 0,-30 19 0 0 0,31-19 0 0 0,-9 6 0 0 0,1 2 0 0 0,0-1 0 0 0,0 2 0 0 0,1 0 0 0 0,1 0 0 0 0,0 1 0 0 0,1 0 0 0 0,-9 17 0 0 0,-9 22 0 0 0,-21 56 0 0 0,47-104 0 0 0,-33 102 0 0 0,9-25 0 0 0,20-63 0 0 0,-4 24 0 0 0,6-25 0 0 0,-9 25 0 0 0,-7 28 0 0 0,15-57 0 0 0,2-3 0 0 0,3-11 0 0 0,1 0 0 0 0,-1 1 0 0 0,0-1 0 0 0,1 0 0 0 0,-1 0 0 0 0,0 0 0 0 0,1 1 0 0 0,-1-1 0 0 0,0 0 0 0 0,1 0 0 0 0,-1 0 0 0 0,1 0 0 0 0,-1 0 0 0 0,0 0 0 0 0,1 1 0 0 0,-1-1 0 0 0,1 0 0 0 0,-1 0 0 0 0,0 0 0 0 0,1-1 0 0 0,-1 1 0 0 0,1 0 0 0 0,-1 0 0 0 0,1 0 0 0 0,3-1 0 0 0,0-1 0 0 0,1 0 0 0 0,-1 0 0 0 0,0 0 0 0 0,0 0 0 0 0,0 0 0 0 0,0-1 0 0 0,-1 0 0 0 0,1 0 0 0 0,-1 0 0 0 0,4-4 0 0 0,7-5 0 0 0,3-3 0 0 0,-1-1 0 0 0,-1 0 0 0 0,0 0 0 0 0,-1-2 0 0 0,14-22 0 0 0,49-100 0 0 0,-60 108 0 0 0,9-20 0 0 0,22-53 0 0 0,-31 75 0 0 0,-8 13 0 0 0,-2 1 0 0 0,-2 4 0 0 0,-4 11 0 0 0,-1 1 0 0 0,0 0 0 0 0,0-1 0 0 0,0 1 0 0 0,0-1 0 0 0,0 1 0 0 0,0-1 0 0 0,0 1 0 0 0,0-1 0 0 0,0 1 0 0 0,0-1 0 0 0,0 1 0 0 0,0 0 0 0 0,-1-1 0 0 0,1 1 0 0 0,0-1 0 0 0,0 1 0 0 0,0 0 0 0 0,-1-1 0 0 0,1 1 0 0 0,0-1 0 0 0,-10-2 0 0 0,6 2 0 0 0,1 1 0 0 0,0 0 0 0 0,-1 0 0 0 0,1 0 0 0 0,0 0 0 0 0,-1 0 0 0 0,1 1 0 0 0,0-1 0 0 0,-1 1 0 0 0,1 0 0 0 0,0 0 0 0 0,0 0 0 0 0,-6 3 0 0 0,-1 1 0 0 0,-7 3 0 0 0,0 1 0 0 0,0 1 0 0 0,1 1 0 0 0,-19 15 0 0 0,-52 56 0 0 0,61-52 0 0 0,18-20 0 0 0,0-1 0 0 0,-1 0 0 0 0,-14 12 0 0 0,17-17 0 0 0,1 0 0 0 0,0 0 0 0 0,0 1 0 0 0,0 0 0 0 0,-5 6 0 0 0,1-1 0 0 0,-7 5 0 0 0,12-10 0 0 0,3-4 0 0 0,-1 1 0 0 0,1-1 0 0 0,-1 0 0 0 0,1 0 0 0 0,-1 0 0 0 0,1 0 0 0 0,-1 0 0 0 0,0 0 0 0 0,0 0 0 0 0,1 0 0 0 0,-1-1 0 0 0,-3 1 0 0 0,-7 4 2 0 0,7-3 3 0 0,-13 6-4 0 0,13-8-1 0 0,-2-1 7 0 0,-2 0-4 0 0,-3-5 3 0 0,1-5 1 0 0,0 0-6 0 0,0 0-1 0 0,-1-1 0 0 0,0 2 0 0 0,0 3 0 0 0,1 1 0 0 0,0 1 0 0 0,-1 5 0 0 0,1 0 0 0 0,-1 0 0 0 0,2 1 0 0 0,7 9 0 0 0,5 0 0 0 0,-1-9 0 0 0,-1 0 0 0 0,1 0 0 0 0,0 0 0 0 0,0 0 0 0 0,0-1 0 0 0,0 1 0 0 0,0 0 0 0 0,0-1 0 0 0,1 1 0 0 0,-1-1 0 0 0,0 1 0 0 0,0-1 0 0 0,0 1 0 0 0,0-1 0 0 0,1 0 0 0 0,-1 0 0 0 0,1 1 0 0 0,26-1 0 0 0,-18 0 0 0 0,40 2 0 0 0,60 9 0 0 0,-77-7 0 0 0,-1-2 0 0 0,45-3 0 0 0,63-12 0 0 0,-93 5 0 0 0,-2-2 0 0 0,48-17 0 0 0,-84 25 0 0 0,10-6 0 0 0,1 0 0 0 0,-2 0 0 0 0,21-14 0 0 0,-18 10 0 0 0,5-2 0 0 0,47-36 0 0 0,-63 40 0 0 0,0 0 0 0 0,-1 0 0 0 0,0-1 0 0 0,0 0 0 0 0,9-18 0 0 0,0 1 0 0 0,-9 16 0 0 0,-4 4 0 0 0,-1-12 0 0 0,-2 7 0 0 0,-2 12 0 0 0,0 1 0 0 0,-1-1 0 0 0,1 0 0 0 0,0 1 0 0 0,-1-1 0 0 0,1 0 0 0 0,-1 1 0 0 0,1-1 0 0 0,-1 1 0 0 0,1-1 0 0 0,-1 1 0 0 0,1-1 0 0 0,-1 1 0 0 0,1-1 0 0 0,-1 1 0 0 0,0 0 0 0 0,1-1 0 0 0,-2 1 0 0 0,-3-2 0 0 0,0 1 0 0 0,0-1 0 0 0,-1 2 0 0 0,1-1 0 0 0,0 0 0 0 0,-8 1 0 0 0,-34 2 0 0 0,18 2 0 0 0,1 1 0 0 0,-30 10 0 0 0,15-5 0 0 0,-17 6 0 0 0,0 3 0 0 0,1 2 0 0 0,-105 54 0 0 0,125-54 0 0 0,1 2 0 0 0,-51 41 0 0 0,-156 143 0 0 0,204-176 0 0 0,22-18 0 0 0,-20 19 0 0 0,28-21-5 0 0,-1-1 0 0 0,-1-1 0 0 0,-16 11 0 0 0,25-17 1 0 0,1-2-3 0 0,1 1-1 0 0,0 0 1 0 0,0 0-1 0 0,0 1 1 0 0,0-1-1 0 0,0 0 1 0 0,-2 4-1 0 0,3-4 4 0 0,0 0-10 0 0,22-10-29 0 0,-10 4 30 0 0,1 0 1 0 0,0-1-1 0 0,18-11 1 0 0,1-1-15 0 0,-27 15 24 0 0,75-35-68 0 0,89-57-1 0 0,-61 29 22 0 0,-54 33 27 0 0,12 0 0 0 0,-5 3 6 0 0,66-34-22 0 0,-87 43 27 0 0,44-17 1 0 0,-28 14 10 0 0,-19 9-3 0 0,60-15 0 0 0,-64 21 4 0 0,-1-1 0 0 0,60-27 0 0 0,-40 11 0 0 0,25-13 0 0 0,-36 18 0 0 0,24-14 0 0 0,-44 21 1 0 0,-17 9-2 0 0,4 0 8 0 0,-4 3 37 0 0,-4 2-13 0 0,-7 7 1 0 0,-23 16-29 0 0,14-10 10 0 0,-20 16 2 0 0,-2 3 13 0 0,-73 46 1 0 0,73-51-10 0 0,26-19-10 0 0,1 0 1 0 0,-23 12 0 0 0,-40 18 27 0 0,-23 11 4 0 0,-18 10 15 0 0,72-36-34 0 0,13-6 18 0 0,-1 1 1 0 0,30-18-17 0 0,0 1-13 0 0,-17 12 37 0 0,17-13-35 0 0,0-1-4 0 0,1 0-7 0 0,-1 0 0 0 0,1 0 0 0 0,-1 1 0 0 0,1-1-1 0 0,0 0 1 0 0,-1 0 0 0 0,1 1 0 0 0,0-1 0 0 0,0 0-1 0 0,-1 1 1 0 0,1 0 0 0 0,0-1 0 0 0,0 1 0 0 0,-1 0 0 0 0,1-1-1 0 0,0 1 1 0 0,0 0 0 0 0,0 0 0 0 0,0 0 0 0 0,0 0 0 0 0,-1 2-1 0 0,2-3 0 0 0,0 0-1 0 0,0 1 1 0 0,0-1 0 0 0,0 0-1 0 0,0 1 1 0 0,-1-1-1 0 0,1 0 1 0 0,0 0-1 0 0,0 1 1 0 0,0-1-1 0 0,-1 0 1 0 0,1 0-1 0 0,0 0 1 0 0,0 1 0 0 0,-1-1-1 0 0,1 0 1 0 0,0 0-1 0 0,0 0 1 0 0,-1 1-1 0 0,1-1 1 0 0,0 0-1 0 0,-1 0 1 0 0,1 0-1 0 0,0 0 1 0 0,0 0 0 0 0,-1 0-1 0 0,-7 4 33 0 0,-1 3-22 0 0,9-7-9 0 0,0 1-1 0 0,0-1 0 0 0,-1 0 1 0 0,1 0-1 0 0,0 0 1 0 0,-1 1-1 0 0,1-1 1 0 0,0 0-1 0 0,0 0 0 0 0,-1 0 1 0 0,1 0-1 0 0,0 0 1 0 0,-1 1-1 0 0,1-1 1 0 0,0 0-1 0 0,-1 0 0 0 0,1 0 1 0 0,0 0-1 0 0,-1 0 1 0 0,1 0-1 0 0,0 0 1 0 0,-1 0-1 0 0,1 0 0 0 0,-1 0 1 0 0,1 0-1 0 0,0 0 1 0 0,-1-1-1 0 0,1 1 1 0 0,0 0-1 0 0,0 0 0 0 0,-1 0 1 0 0,1 0-1 0 0,0-1 1 0 0,-1 1-1 0 0,1 0 1 0 0,0 0-1 0 0,0 0 0 0 0,-1-1 1 0 0,1 1-1 0 0,0 0 1 0 0,0-1-1 0 0,0 1 1 0 0,-1 0-1 0 0,1 0 0 0 0,0-1 1 0 0,0 1-1 0 0,0 0 1 0 0,0-1-1 0 0,0 1 1 0 0,-1 0-1 0 0,1-1 0 0 0,0 1 1 0 0,0-1-1 0 0,0-1 17 0 0,0 2-17 0 0,0-1 0 0 0,-1 1 0 0 0,1 0 0 0 0,0-1 0 0 0,0 1 0 0 0,0-1 0 0 0,0 1 0 0 0,0 0 0 0 0,0-1 0 0 0,0 1 0 0 0,0-1 0 0 0,0 1 0 0 0,0-1 0 0 0,0 1 0 0 0,0-1 0 0 0,0 1 0 0 0,0 0 0 0 0,0-1-1 0 0,0 1 1 0 0,0-1 0 0 0,0 1 0 0 0,1-1 0 0 0,-1 1 0 0 0,0 0 0 0 0,0-1 0 0 0,1 1 0 0 0,-1 0 0 0 0,0-1 0 0 0,1 1 0 0 0,-1 0 0 0 0,0-1 0 0 0,1 1 0 0 0,-1 0 0 0 0,0 0 0 0 0,1-1 0 0 0,-1 1 0 0 0,0 0 0 0 0,1 0 0 0 0,-1 0 0 0 0,1-1 0 0 0,0 1 0 0 0,19-10 27 0 0,-6 4-18 0 0,1 2 0 0 0,26-5 0 0 0,17-4 1 0 0,24-12 6 0 0,-32 11-5 0 0,-1-2 1 0 0,52-25 0 0 0,24-23 11 0 0,126-60 12 0 0,-27 18 0 0 0,-167 79-29 0 0,-30 15 1 0 0,0-2 1 0 0,25-16-1 0 0,-40 22-4 0 0,-7 5 7 0 0,3-2-7 0 0,-7 4 2 0 0,-2 2 1 0 0,-40 24-7 0 0,-52 25 1 0 0,6-4 6 0 0,-14 10 3 0 0,-57 38 15 0 0,82-46-3 0 0,-8 5-6 0 0,-75 67 27 0 0,20-21 34 0 0,-19 18 19 0 0,157-117-95 0 0,-89 72 213 0 0,88-71-163 0 0,0 1-22 0 0,-4 3 42 0 0,12-12 95 0 0,16-12-82 0 0,132-98-36 0 0,-107 79-37 0 0,7-5-4 0 0,-25 24 3 0 0,43-22 1 0 0,56-30 21 0 0,-45 28-22 0 0,-37 17-2 0 0,1 3 1 0 0,53-18-1 0 0,304-113 46 0 0,-373 139-50 0 0,-6 4 3 0 0,40-14 0 0 0,-62 24-3 0 0,0 1 0 0 0,-1 0 0 0 0,1 0 0 0 0,0 0 1 0 0,0 1-1 0 0,4 0 0 0 0,-13 12-3 0 0,-4 5-1 0 0,-1-2 0 0 0,-1 1 0 0 0,0-1 0 0 0,-1-1 0 0 0,-17 15 0 0 0,21-22 1 0 0,-44 42 2 0 0,-92 65 0 0 0,110-93-2 0 0,-10 7 4 0 0,-46 38 0 0 0,-68 56 16 0 0,142-112-21 0 0,-98 59 27 0 0,102-63-21 0 0,0 1 2 0 0,8-4-1 0 0,-2 4-4 0 0,3-5 2 0 0,-2 0-2 0 0,29-27 11 0 0,81-80-6 0 0,-77 77-5 0 0,1 0 0 0 0,2 2 0 0 0,0 1 0 0 0,1 1 0 0 0,1 2 0 0 0,2 1 0 0 0,40-18 0 0 0,17-5-3 0 0,-48 21 0 0 0,0 2 0 0 0,67-20 0 0 0,-67 26 0 0 0,44-20 0 0 0,14-6 0 0 0,-82 36 0 0 0,21-6 0 0 0,-31 6 2 0 0,-101 53 11 0 0,29-13-8 0 0,-115 84-1 0 0,47-24 6 0 0,55-36-2 0 0,-98 80 5 0 0,124-92 0 0 0,-17 14-1 0 0,5-9-2 0 0,50-42-4 0 0,5-1 2 0 0,2-2-2 0 0,3-3 6 0 0,11-7-6 0 0,9-4-3 0 0,0-2 0 0 0,-1 0 0 0 0,1-1 0 0 0,23-16 0 0 0,-23 13-2 0 0,133-91 7 0 0,-109 74-6 0 0,-1-3 0 0 0,-2 0 0 0 0,39-43 1 0 0,-56 54-4 0 0,-7 6 1 0 0,94-84 0 0 0,-64 58 0 0 0,-29 26 0 0 0,32-24 0 0 0,-25 22 0 0 0,-11 9 0 0 0,-1 0 0 0 0,1 0 0 0 0,1 1 0 0 0,13-6 0 0 0,23-7 0 0 0,-27 11 0 0 0,-1 1 0 0 0,32-9 0 0 0,-51 17 0 0 0,1 0 0 0 0,-1-1 0 0 0,0 1 0 0 0,0-1 0 0 0,0 0 0 0 0,0 0 0 0 0,0 1 0 0 0,2-3 0 0 0,5 3 7 0 0,1 2-4 0 0,21 3 11 0 0,-27-5-12 0 0,-3 0-2 0 0,-1 0 1 0 0,1 1-1 0 0,-1-1 1 0 0,1 0-1 0 0,-1 0 1 0 0,0 1-1 0 0,1-1 0 0 0,-1 0 1 0 0,1 1-1 0 0,-1-1 1 0 0,0 1-1 0 0,1-1 1 0 0,-1 0-1 0 0,0 1 1 0 0,0-1-1 0 0,1 1 1 0 0,-1-1-1 0 0,0 1 1 0 0,0-1-1 0 0,0 1 1 0 0,0-1-1 0 0,0 1 1 0 0,0-1-1 0 0,1 1 1 0 0,-1-1-1 0 0,0 1 1 0 0,0-1-1 0 0,0 1 1 0 0,-1-1-1 0 0,1 1 1 0 0,0-1-1 0 0,0 1 1 0 0,0 0-1 0 0,-6 23 15 0 0,4-17-16 0 0,-30 124 19 0 0,15-67-12 0 0,7-30-3 0 0,5-19 0 0 0,-4 25 1 0 0,4-18 3 0 0,4-17-5 0 0,-1 0 1 0 0,2 0-1 0 0,-1 0 1 0 0,0 0 0 0 0,1 0-1 0 0,0 6 1 0 0,6 12 20 0 0,-5-23-23 0 0,-1 1 1 0 0,1-1-1 0 0,-1 0 1 0 0,0 0 0 0 0,1 0-1 0 0,-1 1 1 0 0,1-1-1 0 0,0 0 1 0 0,-1 0 0 0 0,1 0-1 0 0,-1 0 1 0 0,1 0 0 0 0,-1 0-1 0 0,1 0 1 0 0,-1 0-1 0 0,1 0 1 0 0,-1 0 0 0 0,1 0-1 0 0,-1 0 1 0 0,2-1-1 0 0,-2 1 1 0 0,8-1 0 0 0,0-2 0 0 0,-1 1 0 0 0,1-1 0 0 0,0 0 0 0 0,-1 0 0 0 0,8-5 0 0 0,40-29 3 0 0,-46 31-4 0 0,6-6 1 0 0,-2 0 1 0 0,1 0 0 0 0,20-26-1 0 0,31-48 7 0 0,-45 58-8 0 0,54-83 8 0 0,1 3 8 0 0,-67 96-16 0 0,3 3 0 0 0,-1 0 0 0 0,-9 8 0 0 0,-1 1 0 0 0,0 0 0 0 0,1-1 0 0 0,-1 1 0 0 0,1 0 0 0 0,-1 0 0 0 0,1-1 0 0 0,-1 1 0 0 0,1 0 0 0 0,0 0 0 0 0,-1 0 0 0 0,1 0 0 0 0,-1 0 0 0 0,1 0 0 0 0,-1 0 0 0 0,1 0 0 0 0,-1 0 0 0 0,1 0 0 0 0,-1 0 0 0 0,2 0 0 0 0,0 1 0 0 0,-1 0 0 0 0,1 0 0 0 0,0 1 0 0 0,0-1 0 0 0,0 0 0 0 0,-1 1 0 0 0,1-1 0 0 0,-1 1 0 0 0,1 0 0 0 0,-1-1 0 0 0,0 1 0 0 0,1 0 0 0 0,-1 0 0 0 0,0 0 0 0 0,1 2 0 0 0,14 38 0 0 0,-12-31 0 0 0,14 45 0 0 0,-4 0 0 0 0,11 76 0 0 0,9 41 0 0 0,-6-48 0 0 0,-26-113 0 0 0,1-1 0 0 0,5 14 0 0 0,8 24 0 0 0,-16-48 0 0 0,0 0 0 0 0,0 0 0 0 0,1-1 0 0 0,-1 1 0 0 0,0 0 0 0 0,0-1 0 0 0,1 1 0 0 0,-1 0 0 0 0,1-1 0 0 0,-1 1 0 0 0,0-1 0 0 0,1 1 0 0 0,-1 0 0 0 0,1-1 0 0 0,1 1 0 0 0,-2 0 0 0 0,1-1 0 0 0,-1 0 0 0 0,1 0 0 0 0,-1 0 0 0 0,1 0 0 0 0,0 0 0 0 0,-1 0 0 0 0,1 0 0 0 0,-1-1 0 0 0,1 1 0 0 0,-1 0 0 0 0,1 0 0 0 0,-1 0 0 0 0,1-1 0 0 0,0 1 0 0 0,-1 0 0 0 0,1 0 0 0 0,-1-1 0 0 0,0 1 0 0 0,1 0 0 0 0,-1-1 0 0 0,1 1 0 0 0,-1-1 0 0 0,0 1 0 0 0,1-1 0 0 0,4-4 0 0 0,-1-1 0 0 0,-1 1 0 0 0,1-1 0 0 0,-1 0 0 0 0,0 0 0 0 0,0 0 0 0 0,0 0 0 0 0,-1-1 0 0 0,0 1 0 0 0,1-8 0 0 0,2-13 0 0 0,2-33 0 0 0,-3 18 0 0 0,1-43 0 0 0,-2 26 0 0 0,3-35 0 0 0,-4 68 0 0 0,1-3 0 0 0,9-47 0 0 0,-6 52 0 0 0,-1 9 0 0 0,-3 3 0 0 0,-1 2 0 0 0,-1 2 0 0 0,2 16 0 0 0,7 2 0 0 0,3-1 0 0 0,0-7 0 0 0,0-2 0 0 0,1-4 0 0 0,3-6 0 0 0,-8 3 0 0 0,-3 3 0 0 0,0 0 0 0 0,0-1 0 0 0,-1 1 0 0 0,0-1 0 0 0,0 0 0 0 0,0-1 0 0 0,4-6 0 0 0,3-3 0 0 0,0 1 0 0 0,-3 4-2 0 0,-6 9-4 0 0,0 5 1 0 0,66 160-12 0 0,-66-157 16 0 0,12 17-1 0 0,-11-20-3 0 0,7 3 3 0 0,2-4 2 0 0,-11-3 0 0 0,0 0 0 0 0,0-1 0 0 0,0 1 0 0 0,0 0 0 0 0,0-1 0 0 0,0 1 0 0 0,1-1 0 0 0,-1 1 0 0 0,0-1 0 0 0,0 0 0 0 0,0 0 0 0 0,17-16 0 0 0,-7 1-2 0 0,-1-1-1 0 0,0 0 1 0 0,-1-1-1 0 0,12-31 1 0 0,-9 18-2 0 0,-7 18 0 0 0,-1-1 0 0 0,5-26 1 0 0,4-13-4 0 0,-4 15-23 0 0,-7 23 22 0 0,0-2-2 0 0,0 16-2 0 0,4 186-62 0 0,-1-153 74 0 0,1 4 0 0 0,-6-23 0 0 0,0-1 0 0 0,0-1 0 0 0,2-1 0 0 0,-1-9 0 0 0,-1-1 0 0 0,0 0 0 0 0,1 1 0 0 0,-1-1 0 0 0,1 0 0 0 0,-1 1 0 0 0,0-1 0 0 0,1 0 0 0 0,-1 0 0 0 0,1 0 0 0 0,-1 1 0 0 0,1-1 0 0 0,-1 0 0 0 0,1 0 0 0 0,-1 0 0 0 0,0 0 0 0 0,1 0 0 0 0,-1 0 0 0 0,1 0 0 0 0,0 0 0 0 0,10-5 0 0 0,-3-4-1 0 0,-6 7-7 0 0,7 33-16 0 0,-5-5 18 0 0,0-7 3 0 0,-2 0-1 0 0,0 34 1 0 0,-2-37-2 0 0,0 1 2 0 0,0-5-2 0 0,0-2 2 0 0,0-7-2 0 0,0 5 2 0 0,0-4-2 0 0,0 5 3 0 0,0 3 2 0 0,-2-1 0 0 0,-7 1 0 0 0,-2-1 0 0 0,7 0 0 0 0,2-2 0 0 0,-7-4 0 0 0,-3 1 0 0 0,-4-2 0 0 0,-5-1 2 0 0,-1-2 0 0 0,-34-2 0 0 0,11-1 2 0 0,12 4 12 0 0,-50 8 0 0 0,32-2 0 0 0,12-3 1 0 0,6 0 8 0 0,0-1 0 0 0,0-2 0 0 0,-64-4 0 0 0,-104-23 75 0 0,89 24-21 0 0,14 1-7 0 0,77-3-61 0 0,0-1 0 0 0,-1 0 1 0 0,-25-10-1 0 0,-11-3 0 0 0,3 6-4 0 0,-111-6 0 0 0,126 16-7 0 0,1 2 0 0 0,0 1 0 0 0,0 2 0 0 0,0 2 0 0 0,-72 20 0 0 0,9 11 0 0 0,90-32-1 0 0,-3 0-4 0 0,4 0 2 0 0,7-3-2 0 0,-3 3 2 0 0,3-3-2 0 0,-4-2 2 0 0,7 0 0 0 0,2-1-1 0 0,22-8-1 0 0,-1 1-1 0 0,48-10 0 0 0,-45 12 6 0 0,76-13-19 0 0,1 4 1 0 0,108-2-1 0 0,-9 16-6 0 0,-4 0 3 0 0,133-4-11 0 0,-217 5 17 0 0,-97 0 11 0 0,1 0 3 0 0,-2 0 2 0 0,-3 0 0 0 0,0 0 0 0 0,-1 0 0 0 0,0 0 0 0 0,-10 0 0 0 0,-1 0 0 0 0,0 0 0 0 0,0 0 0 0 0,1 0 0 0 0,-1 0 0 0 0,0 0 0 0 0,0 0 0 0 0,1 0 0 0 0,-1 0 0 0 0,0 0 0 0 0,0 0 0 0 0,1 0 0 0 0,-1 0 0 0 0,0 0 0 0 0,0 0 0 0 0,1 0 0 0 0,-1 0 0 0 0,0 0 0 0 0,0 1 0 0 0,0-1 0 0 0,1 0 0 0 0,-1 0 0 0 0,0 0 0 0 0,0 0 0 0 0,0 0 0 0 0,1 1 0 0 0,-1-1 0 0 0,0 0 0 0 0,0 0 0 0 0,0 0 0 0 0,0 1 0 0 0,1-1 0 0 0,-2 1 0 0 0,0 1 0 0 0,1-1 0 0 0,-1 1 0 0 0,0-1 0 0 0,0 0 0 0 0,0 1 0 0 0,0-1 0 0 0,0 0 0 0 0,0 0 0 0 0,-1 0 0 0 0,1 0 0 0 0,-2 1 0 0 0,-23 17 0 0 0,14-11 0 0 0,-50 32 0 0 0,-91 46 0 0 0,72-43 0 0 0,15-8 0 0 0,-3-3 0 0 0,0-2 0 0 0,-2-4 0 0 0,-106 25 0 0 0,137-44 0 0 0,-1-1 0 0 0,-47 1 0 0 0,-82-10 0 0 0,97-3 0 0 0,61 5 0 0 0,-2-2 0 0 0,2-1 0 0 0,0 0 0 0 0,1-1 0 0 0,1-3 0 0 0,-1-4 0 0 0,2-2 0 0 0,2 2 0 0 0,2-2 0 0 0,-8-20-13 0 0,10 24 1 0 0,1 0 0 0 0,0 0 0 0 0,0-1 0 0 0,1 1 1 0 0,0-1-1 0 0,2-16 0 0 0,-1 27 11 0 0,0-3-3 0 0,1-1 0 0 0,0 1-1 0 0,0 0 1 0 0,1 0 0 0 0,-1 0 0 0 0,0 0 0 0 0,5-6-1 0 0,-2 2 0 0 0,2-4-2 0 0,0 2 1 0 0,0-1-1 0 0,1 1 0 0 0,0 0 0 0 0,1 0 1 0 0,0 0-1 0 0,0 1 0 0 0,1 1 0 0 0,0-1 1 0 0,0 2-1 0 0,1-1 0 0 0,0 1 0 0 0,19-8 1 0 0,-9 5-8 0 0,1 0 0 0 0,37-8 0 0 0,28 3-12 0 0,99-4-1 0 0,-70 8 10 0 0,-34 3 12 0 0,56-6-8 0 0,4-7-3 0 0,-65 9 16 0 0,-51 11 0 0 0,-10 0 0 0 0,-3 0 0 0 0,0 0 0 0 0,0 0 0 0 0,0 0 0 0 0,1-1 0 0 0,3-3 0 0 0,1 1 0 0 0,1 3 0 0 0,-2 0 0 0 0,-4 0 0 0 0,0 0 0 0 0,-1 1 0 0 0,0 6 0 0 0,-4 4 0 0 0,1 1 0 0 0,3-1 0 0 0,-1 1 0 0 0,-3-1 0 0 0,-1 1 0 0 0,3 1 0 0 0,-2 1 0 0 0,-2-2 0 0 0,-4 0 0 0 0,-1-1 0 0 0,0-1 0 0 0,0-1 3 0 0,0-5 8 0 0,0 4-7 0 0,0-4 1 0 0,0 3-2 0 0,0-3 2 0 0,0 4-2 0 0,0-6 11 0 0,0-5-7 0 0,0-8-6 0 0,1-1-1 0 0,-2 1 0 0 0,-2-19 0 0 0,0 9 0 0 0,-5-44 0 0 0,3 31 0 0 0,-1 1 0 0 0,-1 1 0 0 0,-12-32 0 0 0,-14-63 0 0 0,-1-81 0 0 0,17 107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27:19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372 975 96 0 0,'-18'0'0'0'0,"0"1"0"0"0,-26 4 0 0 0,39-4 0 0 0,0 0 0 0 0,0 0 0 0 0,1 0 0 0 0,-1 1 0 0 0,0 0 0 0 0,1 0 0 0 0,0 0 0 0 0,-1 0 0 0 0,1 1 0 0 0,0-1 0 0 0,0 1 0 0 0,0 0 0 0 0,1 0 0 0 0,-6 6 0 0 0,-42 73 0 0 0,3-6 0 0 0,27-39-15 0 0,18-29 31 0 0,-2 0-1 0 0,1-1 1 0 0,-1 1-1 0 0,-9 9 1 0 0,-15 21 1414 0 0,14-24 338 0 0,15-14-1710 0 0,-1 0-6 0 0,0 0 1 0 0,0 0-1 0 0,1 0 0 0 0,-1 0 1 0 0,0 0-1 0 0,1 0 1 0 0,-1 0-1 0 0,0 0 1 0 0,0 0-1 0 0,1 0 1 0 0,-1 0-1 0 0,0-1 1 0 0,1 1-1 0 0,-1 0 1 0 0,0-1-1 0 0,1 1 1 0 0,-1 0-1 0 0,0-1 1 0 0,1 1-1 0 0,-1-1 1 0 0,1 1-1 0 0,-1-1 0 0 0,1 1 1 0 0,-2-2-1 0 0,1 1-1 0 0,0-1 0 0 0,0 0-1 0 0,0 0 1 0 0,1 0 0 0 0,-1 0-1 0 0,0 0 1 0 0,1 1 0 0 0,-1-1-1 0 0,1-3 1 0 0,-1-1 42 0 0,1 0 1 0 0,0 0-1 0 0,0 0 0 0 0,0 1 1 0 0,1-1-1 0 0,1-7 0 0 0,-1 7-21 0 0,1 0-1 0 0,0 0 1 0 0,0 0-1 0 0,0 0 0 0 0,1 0 1 0 0,-1 1-1 0 0,1 0 0 0 0,1-1 1 0 0,-1 1-1 0 0,1 0 0 0 0,0 1 1 0 0,0-1-1 0 0,0 0 1 0 0,1 1-1 0 0,0 0 0 0 0,-1 0 1 0 0,1 1-1 0 0,1-1 0 0 0,-1 1 1 0 0,0 0-1 0 0,1 1 0 0 0,8-4 1 0 0,4-1 40 0 0,0 0 1 0 0,-1-1 0 0 0,-1-1 0 0 0,1-1-1 0 0,-1-1 1 0 0,-1 0 0 0 0,0 0 0 0 0,0-2-1 0 0,-2 0 1 0 0,18-21 0 0 0,-21 24-45 0 0,11-14 133 0 0,35-49 0 0 0,-21 25-47 0 0,-23 32-9 0 0,19-30-1 0 0,-22 32-72 0 0,1 0 0 0 0,1 0-1 0 0,0 1 1 0 0,0 1 0 0 0,21-18 0 0 0,35-22 190 0 0,-9 5 36 0 0,-56 45-282 0 0,2-1 0 0 0,-1 1 0 0 0,0 0 0 0 0,0 1 0 0 0,1-1 0 0 0,-1 0 0 0 0,1 1 1 0 0,-1 0-1 0 0,1 0 0 0 0,0 0 0 0 0,7-1 0 0 0,-11 2-11 0 0,1 0 0 0 0,-1 0 0 0 0,1 0 0 0 0,-1 0 0 0 0,1 0 1 0 0,-1 0-1 0 0,1 0 0 0 0,-1 0 0 0 0,1 0 0 0 0,0 0 0 0 0,-1-1 0 0 0,1 1 0 0 0,-1 0 0 0 0,0 0 0 0 0,1-1 1 0 0,-1 1-1 0 0,1 0 0 0 0,-1-1 0 0 0,1 1 0 0 0,-1 0 0 0 0,0-1 0 0 0,1 0 0 0 0,0 0 6 0 0,-1 1 0 0 0,1-1-1 0 0,-1 1 1 0 0,1-1 0 0 0,-1 1-1 0 0,1-1 1 0 0,0 1 0 0 0,-1-1-1 0 0,1 1 1 0 0,0-1 0 0 0,-1 1-1 0 0,1 0 1 0 0,0-1 0 0 0,-1 1-1 0 0,3 0 1 0 0,51-12 2766 0 0,-54 11-2718 0 0,0-2-21 0 0,0 1 1 0 0,-1-1-1 0 0,0 1 1 0 0,1-1-1 0 0,-1 0 1 0 0,0 1-1 0 0,0-1 1 0 0,-3-4-1 0 0,2 5-45 0 0,1 0 44 0 0,1-3-6 0 0,0 5-23 0 0,0 0 0 0 0,0-1 0 0 0,0 1 0 0 0,0 0 0 0 0,0 0 1 0 0,0 0-1 0 0,0-1 0 0 0,0 1 0 0 0,0 0 0 0 0,0 0 0 0 0,0-1 0 0 0,0 1 0 0 0,0 0 1 0 0,0 0-1 0 0,0 0 0 0 0,0-1 0 0 0,0 1 0 0 0,0 0 0 0 0,0 0 0 0 0,0-1 1 0 0,0 1-1 0 0,0 0 0 0 0,0 0 0 0 0,0 0 0 0 0,0-1 0 0 0,0 1 0 0 0,1 0 0 0 0,-1 0 1 0 0,0 0-1 0 0,0 0 0 0 0,0-1 0 0 0,0 1 0 0 0,0 0 0 0 0,1 0 0 0 0,-1 0 1 0 0,0 0-1 0 0,0 0 0 0 0,1-1 0 0 0,16-8 123 0 0,-12 7-97 0 0,-1-1 0 0 0,0 1 0 0 0,1 0 1 0 0,0 0-1 0 0,6-1 0 0 0,-10 3-29 0 0,0-1 0 0 0,0 1 0 0 0,0 0 0 0 0,0 0 0 0 0,-1-1 0 0 0,1 1 0 0 0,0-1 0 0 0,0 1 1 0 0,-1-1-1 0 0,1 1 0 0 0,0-1 0 0 0,-1 1 0 0 0,1-1 0 0 0,0 0 0 0 0,0 0 0 0 0,1-1 7 0 0,0 0 23 0 0,-1 0 4 0 0,5-5 2 0 0,-5 5 59 0 0,-1 0-55 0 0,0-6 5 0 0,0 6 175 0 0,-1 5-188 0 0,-37 85 135 0 0,31-70-140 0 0,-6 20 0 0 0,7-21 15 0 0,-13 31 0 0 0,-15 32 81 0 0,-1-11-43 0 0,24-44-46 0 0,11-22-25 0 0,-10 8 28 0 0,-9-6 23 0 0,17-5-50 0 0,0-3-8 0 0,1 1-5 0 0,-1-1 0 0 0,1 0 0 0 0,0 0-1 0 0,0-1 1 0 0,0 1 0 0 0,0 0 0 0 0,0 0-1 0 0,1 0 1 0 0,-1-1 0 0 0,1 1 0 0 0,0 0-1 0 0,0 0 1 0 0,0-1 0 0 0,1 1 0 0 0,-1 0-1 0 0,1 0 1 0 0,0-1 0 0 0,0 1 0 0 0,0 0-1 0 0,0 0 1 0 0,2-4 0 0 0,4-8 0 0 0,1 0 0 0 0,0 1 0 0 0,11-14 0 0 0,1 8 0 0 0,-15 16-2 0 0,-1 0 0 0 0,0 0 0 0 0,0 0 1 0 0,4-6-1 0 0,-7 7 0 0 0,4-4 1 0 0,0-1 0 0 0,0 1 0 0 0,1 0 0 0 0,0 0 0 0 0,9-8 1 0 0,-11 12-2 0 0,12-12 4 0 0,3-21 1 0 0,-11 19 0 0 0,-1 0-3 0 0,-4 14-3 0 0,3-4 11 0 0,-2 0 3 0 0,-3 5 19 0 0,2-2-28 0 0,-3 4-2 0 0,0 0 0 0 0,0 0 0 0 0,0 0 0 0 0,0 0 0 0 0,0 0 0 0 0,0 0 0 0 0,0 0 0 0 0,0 0 0 0 0,0 0 0 0 0,0 0 0 0 0,0-1 0 0 0,-1 1 1 0 0,1 0-1 0 0,0 0 0 0 0,0 0 0 0 0,0 0 0 0 0,0 0 0 0 0,0 0 0 0 0,0 0 0 0 0,0 0 0 0 0,0 0 0 0 0,0 0 0 0 0,0 0 0 0 0,0 0 0 0 0,0 0 0 0 0,0 0 0 0 0,0 0 0 0 0,0 0 0 0 0,0-1 0 0 0,0 1 1 0 0,0 0-1 0 0,0 0 0 0 0,0 0 0 0 0,0 0 0 0 0,0 0 0 0 0,0 0 0 0 0,0 0 0 0 0,0 0 0 0 0,0 0 0 0 0,0 0 0 0 0,0 0 0 0 0,0 0 0 0 0,0 0 0 0 0,0-1 0 0 0,0 1 0 0 0,0 0 0 0 0,0 0 1 0 0,0 0-1 0 0,0 0 0 0 0,0 0 0 0 0,0 0 0 0 0,1 0 0 0 0,-1 0 0 0 0,0 0 0 0 0,0 0 0 0 0,0 0 0 0 0,0 0 0 0 0,0 0 0 0 0,0 0 0 0 0,0 0 0 0 0,0 0 0 0 0,0 0 0 0 0,0 0 0 0 0,0 0 0 0 0,-8 3 20 0 0,-1 0-1 0 0,1 1 1 0 0,0 1-1 0 0,0-1 0 0 0,0 1 1 0 0,-13 11-1 0 0,1 2 15 0 0,-21 21 0 0 0,23-16 33 0 0,0 0-1 0 0,1 1 1 0 0,-16 31 0 0 0,-4 6 41 0 0,32-54-85 0 0,0 0 0 0 0,0 1 0 0 0,1 0 0 0 0,0 0-1 0 0,0 0 1 0 0,1 0 0 0 0,0 1 0 0 0,1-1 0 0 0,0 1 0 0 0,-2 15-1 0 0,-2 28 208 0 0,6-51-225 0 0,0-1 0 0 0,0 1 0 0 0,0 0-1 0 0,0 0 1 0 0,0 0 0 0 0,0-1 0 0 0,0 1-1 0 0,1 0 1 0 0,-1 0 0 0 0,0 0 0 0 0,0-1-1 0 0,1 1 1 0 0,-1 0 0 0 0,0-1-1 0 0,1 1 1 0 0,-1 0 0 0 0,1 0 0 0 0,-1-1-1 0 0,1 1 1 0 0,-1-1 0 0 0,1 1 0 0 0,1 0-1 0 0,15 8 56 0 0,-11-7-44 0 0,-4 0-10 0 0,-1-1 0 0 0,1 0 0 0 0,0 0 0 0 0,0 0-1 0 0,0 0 1 0 0,1 0 0 0 0,-1 0 0 0 0,0-1 0 0 0,4 2 0 0 0,1-3-4 0 0,-1 0 0 0 0,1-1 1 0 0,-1 1-1 0 0,7-4 0 0 0,-7 3-1 0 0,-4 1-3 0 0,0 0 1 0 0,-1 0-1 0 0,1-1 1 0 0,0 1 0 0 0,-1 0-1 0 0,0 0 1 0 0,1-1-1 0 0,-1 1 1 0 0,0-1-1 0 0,0 1 1 0 0,1-1 0 0 0,-1 1-1 0 0,1-4 1 0 0,10-24 0 0 0,-10 23-2 0 0,3-11-6 0 0,0 0 0 0 0,-2 0 0 0 0,0 0 0 0 0,0 0 0 0 0,-1-26 0 0 0,-1 23-7 0 0,10-32-68 0 0,-11 50 65 0 0,0 0-4 0 0,0-21-59 0 0,0 21 54 0 0,0 0-47 0 0,0-5 50 0 0,0 5-2 0 0,0 4-278 0 0,1 12 284 0 0,1 0-1 0 0,0 0 1 0 0,1 0-1 0 0,1-1 0 0 0,7 19 1 0 0,6 24-28 0 0,-13-44 23 0 0,0 0 0 0 0,0 0-1 0 0,2-1 1 0 0,8 17 0 0 0,-1-5-28 0 0,-13-22 49 0 0,1 0 0 0 0,-1 0 0 0 0,0 0 0 0 0,1-1 0 0 0,-1 1 0 0 0,1 0 0 0 0,-1-1 0 0 0,1 1-1 0 0,0 0 1 0 0,-1-1 0 0 0,1 1 0 0 0,0-1 0 0 0,0 1 0 0 0,1 1-6 0 0,0 0-32 0 0,1-1-2 0 0,-2 0 32 0 0,0 0 0 0 0,1-1-1 0 0,-1 1 1 0 0,1-1 0 0 0,-1 1-1 0 0,1-1 1 0 0,-1 1 0 0 0,1-1-1 0 0,-1 0 1 0 0,1 0 0 0 0,-1 0-1 0 0,1 1 1 0 0,-1-2 0 0 0,1 1 0 0 0,-1 0-1 0 0,1 0 1 0 0,-1 0 0 0 0,1-1-1 0 0,-1 1 1 0 0,1-1 0 0 0,-1 1-1 0 0,1-1 1 0 0,-1 0 0 0 0,0 1-1 0 0,1-1 1 0 0,1-2 0 0 0,2-1-12 0 0,-1-1 0 0 0,0 1 1 0 0,0-1-1 0 0,0 0 0 0 0,-1-1 1 0 0,1 1-1 0 0,-1-1 0 0 0,-1 1 1 0 0,1-1-1 0 0,-1 0 0 0 0,3-9 1 0 0,1-11-60 0 0,4-39 0 0 0,-5 30 15 0 0,-3 16 27 0 0,0-2 0 0 0,-2 1 1 0 0,0 0-1 0 0,-1 0 0 0 0,-1 0 0 0 0,-1 0 0 0 0,-1 1 0 0 0,-7-25 1 0 0,10 42 38 0 0,0 0 0 0 0,0 0 0 0 0,0 0 0 0 0,0 0 0 0 0,-1 0 0 0 0,1 1 0 0 0,0-1 0 0 0,-1 0 0 0 0,0 1 0 0 0,1-1 0 0 0,-1 1 1 0 0,0-1-1 0 0,0 1 0 0 0,0 0 0 0 0,1 0 0 0 0,-1 0 0 0 0,-1 0 0 0 0,1 0 0 0 0,0 0 0 0 0,0 0 0 0 0,0 1 0 0 0,0-1 0 0 0,-5 0 1 0 0,3 1-2 0 0,-1-1 0 0 0,0 1 0 0 0,1 0 0 0 0,-1 0 1 0 0,0 1-1 0 0,0-1 0 0 0,1 1 0 0 0,-1 0 0 0 0,-8 4 1 0 0,-4 1 1 0 0,14-5 1 0 0,0 0-1 0 0,1 0 1 0 0,-1 0-1 0 0,0 0 1 0 0,0 0 0 0 0,1 1-1 0 0,-1-1 1 0 0,0 1-1 0 0,1 0 1 0 0,0-1-1 0 0,-1 1 1 0 0,1 1-1 0 0,0-1 1 0 0,0 0 0 0 0,0 0-1 0 0,0 1 1 0 0,-1 3-1 0 0,0-2 11 0 0,0 1-10 0 0,0-1 0 0 0,1 0 0 0 0,-1 1 0 0 0,1-1 0 0 0,0 1 0 0 0,-2 6 0 0 0,4-9 1 0 0,0 1-1 0 0,-1-1 1 0 0,1 1 0 0 0,0-1-1 0 0,0 1 1 0 0,1-1 0 0 0,0 4-1 0 0,0 5 6 0 0,0-7-4 0 0,0 1 1 0 0,0-1 0 0 0,0 1 0 0 0,1-1 0 0 0,-1 0 0 0 0,1 1 0 0 0,1-1 0 0 0,-1 0 0 0 0,5 7 0 0 0,2 0 11 0 0,18 19 0 0 0,-13-18-11 0 0,1 0 0 0 0,0-1 1 0 0,18 10-1 0 0,-15-10-1 0 0,-11-8-2 0 0,-1 1 0 0 0,1-1 0 0 0,0-1 1 0 0,0 1-1 0 0,0-1 0 0 0,0 0 0 0 0,0-1 0 0 0,0 1 0 0 0,0-1 1 0 0,1-1-1 0 0,-1 0 0 0 0,10 0 0 0 0,-2-2-1 0 0,1 0-1 0 0,-1-1 1 0 0,0 0 0 0 0,26-10-1 0 0,-35 10 0 0 0,1 0 0 0 0,-1-1 0 0 0,1 0 0 0 0,-1 0 0 0 0,0 0 0 0 0,-1-1 0 0 0,7-5 0 0 0,3-6-2 0 0,14-18 0 0 0,21-34-52 0 0,-49 65 51 0 0,1 1 0 0 0,-1-1 0 0 0,1 0-1 0 0,-1 1 1 0 0,0-1 0 0 0,0 0 0 0 0,0 0 0 0 0,0 0 0 0 0,0-3 0 0 0,-1 2-4 0 0,1 2-15 0 0,4-10-10 0 0,-5 12 30 0 0,0-1 0 0 0,0 0 0 0 0,0 0 1 0 0,0 1-1 0 0,0-1 0 0 0,0 0 1 0 0,0 0-1 0 0,0 0 0 0 0,-1 1 1 0 0,1-1-1 0 0,0 0 0 0 0,0 1 1 0 0,-1-1-1 0 0,1 0 0 0 0,-1 0 1 0 0,1 1-1 0 0,0-1 0 0 0,-1 1 1 0 0,0-2-1 0 0,-7-6-14 0 0,8 8 15 0 0,-1-1 1 0 0,0 0 0 0 0,0 1-1 0 0,0-1 1 0 0,0 0 0 0 0,0 1-1 0 0,0-1 1 0 0,0 1-1 0 0,0 0 1 0 0,-1-1 0 0 0,1 1-1 0 0,0 0 1 0 0,0 0-1 0 0,0 0 1 0 0,-2 0 0 0 0,-20 0-9 0 0,15 1 2 0 0,-3-1 6 0 0,0 1 1 0 0,0 1 0 0 0,0 0-1 0 0,1 0 1 0 0,-1 1-1 0 0,1 0 1 0 0,-1 1 0 0 0,1 0-1 0 0,0 1 1 0 0,1 0-1 0 0,-1 1 1 0 0,1-1 0 0 0,-16 15-1 0 0,10-7 0 0 0,1 0 1 0 0,1 1-1 0 0,0 1 0 0 0,1 0 1 0 0,1 1-1 0 0,0 0 0 0 0,-8 18 1 0 0,12-19 2 0 0,1 0 0 0 0,1 1 1 0 0,1-1-1 0 0,0 1 0 0 0,1 0 1 0 0,-2 24-1 0 0,5-33 9 0 0,0 0 0 0 0,0 0 0 0 0,1 0 0 0 0,0 0-1 0 0,1-1 1 0 0,0 1 0 0 0,0 0 0 0 0,4 8 0 0 0,-5-12 12 0 0,0-1 3 0 0,23 10 76 0 0,-23-11-99 0 0,0-1 0 0 0,-1 0 0 0 0,1 0 0 0 0,0 0 0 0 0,0 0 0 0 0,-1 0 0 0 0,1 0 0 0 0,0 0 0 0 0,0 0 0 0 0,-1 0 0 0 0,1 0 0 0 0,0 0 0 0 0,0-1 0 0 0,-1 1 0 0 0,1 0 0 0 0,0 0 0 0 0,-1-1 0 0 0,1 1-1 0 0,0-1 1 0 0,-1 1 0 0 0,2-1 0 0 0,-2 0 5 0 0,9-1 6 0 0,-1-2 0 0 0,-1 1 0 0 0,1-1 0 0 0,0-1 0 0 0,-1 1 0 0 0,0-1 0 0 0,0-1 0 0 0,10-9 0 0 0,-1-2 18 0 0,24-34-1 0 0,-26 31-10 0 0,34-51 95 0 0,-40 61-96 0 0,0 0 1 0 0,-1-1 0 0 0,-1 0-1 0 0,0 0 1 0 0,0 0-1 0 0,-1-1 1 0 0,-1 0 0 0 0,0 0-1 0 0,0 0 1 0 0,-1 0 0 0 0,-1-1-1 0 0,0 1 1 0 0,-1-1-1 0 0,0 0 1 0 0,-1 1 0 0 0,-1-18-1 0 0,-2 0 7 0 0,-1 0-1 0 0,-1-1 1 0 0,-2 1-1 0 0,-1 1 1 0 0,-13-34-1 0 0,12 41-8 0 0,3 7-5 0 0,-1 0 1 0 0,0 1-1 0 0,-1 0 1 0 0,-15-21-1 0 0,20 32-8 0 0,0 0-1 0 0,0 1 0 0 0,0-1 1 0 0,0 1-1 0 0,0-1 0 0 0,0 1 1 0 0,-1 0-1 0 0,0 1 0 0 0,1-1 1 0 0,-1 1-1 0 0,0-1 0 0 0,1 1 1 0 0,-1 0-1 0 0,0 0 0 0 0,-5 0 1 0 0,4 1-1 0 0,0-1 1 0 0,0 1 0 0 0,0 0-1 0 0,0 1 1 0 0,0-1 0 0 0,0 1-1 0 0,1 0 1 0 0,-1 0 0 0 0,0 1-1 0 0,0-1 1 0 0,-5 3-1 0 0,-2 3 2 0 0,0 0-1 0 0,0 0 1 0 0,1 1-1 0 0,-1 0 1 0 0,2 1-1 0 0,-1 0 1 0 0,1 1-1 0 0,1 0 1 0 0,0 1-1 0 0,0 0 1 0 0,1 0-1 0 0,0 1 1 0 0,1 0-1 0 0,1 0 1 0 0,-6 15-1 0 0,1-1 5 0 0,3-8-1 0 0,0 1 0 0 0,2-1 0 0 0,-7 34-1 0 0,3-3 8 0 0,6-31-8 0 0,0 1-1 0 0,2 0 1 0 0,-1 21 0 0 0,2-10 4 0 0,1-11-7 0 0,0 1 0 0 0,1-1-1 0 0,1 1 1 0 0,5 23-1 0 0,4 6 2 0 0,-6-23-3 0 0,1-1 0 0 0,12 31 0 0 0,-4-20 8 0 0,-12-26-4 0 0,2 0 1 0 0,-1-1-1 0 0,1 1 1 0 0,1-1 0 0 0,0 0-1 0 0,0 0 1 0 0,11 14-1 0 0,-3-14 8 0 0,-10-7-12 0 0,2 0 5 0 0,4-3-6 0 0,3-2-1 0 0,2-9 0 0 0,-9 6-2 0 0,0 0-1 0 0,0 0 0 0 0,0 0 0 0 0,-1 0 1 0 0,0-1-1 0 0,0 0 0 0 0,-1 0 0 0 0,0 0 1 0 0,0 0-1 0 0,-1 0 0 0 0,0-1 0 0 0,0 1 1 0 0,0-1-1 0 0,0-8 0 0 0,-1 4-7 0 0,0 8 4 0 0,0-1 1 0 0,0 1 0 0 0,-1-1-1 0 0,0 0 1 0 0,0 1 0 0 0,0-1-1 0 0,-2-6 1 0 0,-1-3-23 0 0,1 7 9 0 0,1 0 0 0 0,-1 1 0 0 0,-1-1 0 0 0,1 1 0 0 0,-5-9 0 0 0,7 14 18 0 0,0 1-1 0 0,-1 0 0 0 0,1-1 0 0 0,0 1 0 0 0,0 0 0 0 0,0-1 0 0 0,-1 1 0 0 0,1 0 0 0 0,0-1 0 0 0,-1 1 0 0 0,1 0 0 0 0,0 0 0 0 0,0-1 0 0 0,-1 1 0 0 0,1 0 0 0 0,0 0 0 0 0,-1-1 0 0 0,1 1 0 0 0,-1 0 1 0 0,1 0-1 0 0,0 0 0 0 0,-1 0 0 0 0,1 0 0 0 0,-1 0 0 0 0,1 0 0 0 0,-1 0 0 0 0,-10-4-51 0 0,-66-38-75 0 0,65 36 102 0 0,-1 1 0 0 0,0 1 0 0 0,1 0 0 0 0,-26-4 0 0 0,-4 1-24 0 0,24 3 27 0 0,0 1 1 0 0,-22 0-1 0 0,-10-1 4 0 0,41 3 15 0 0,-1-1 0 0 0,0 1-1 0 0,1 1 1 0 0,-1 0 0 0 0,1 0 0 0 0,-1 1-1 0 0,0 1 1 0 0,-15 3 0 0 0,7 1 3 0 0,13-5 1 0 0,0 1 0 0 0,0 0 0 0 0,0 0 0 0 0,0 1 0 0 0,0-1 0 0 0,0 1 0 0 0,1 0 0 0 0,0 0 0 0 0,-1 0 0 0 0,1 1 0 0 0,0 0 0 0 0,-4 4 0 0 0,-2 3 0 0 0,0 1 0 0 0,2-1 0 0 0,0 0 0 0 0,5-2 1 0 0,1-2 6 0 0,-1 8 11 0 0,3-14-17 0 0,0-1 0 0 0,0 1 0 0 0,0-1 0 0 0,0 0 0 0 0,1 1-1 0 0,-1-1 1 0 0,0 1 0 0 0,1-1 0 0 0,-1 0 0 0 0,0 1-1 0 0,1-1 1 0 0,-1 0 0 0 0,0 1 0 0 0,1-1 0 0 0,-1 0-1 0 0,0 1 1 0 0,1-1 0 0 0,-1 0 0 0 0,1 0 0 0 0,-1 0 0 0 0,1 1-1 0 0,-1-1 1 0 0,1 0 0 0 0,-1 0 0 0 0,1 0 0 0 0,-1 0-1 0 0,1 0 1 0 0,-1 0 0 0 0,0 0 0 0 0,1 0 0 0 0,-1 0 0 0 0,1 0-1 0 0,0 0 1 0 0,78-5 58 0 0,-53 2-43 0 0,1 2 0 0 0,42 2 0 0 0,-50 0-5 0 0,0-2 1 0 0,0 0 0 0 0,0 0-1 0 0,1-2 1 0 0,25-7 0 0 0,-17 4 3 0 0,-20 6-13 0 0,0-2-1 0 0,18-10 20 0 0,-9 1-18 0 0,0-1 2 0 0,-15 9-4 0 0,1 1 0 0 0,-1-1 1 0 0,1 0-1 0 0,-1 0 0 0 0,0 0 0 0 0,0 0 0 0 0,0-1 0 0 0,-1 1 0 0 0,3-6 1 0 0,9-48 4 0 0,-12 55-7 0 0,1-15 1 0 0,-6 0 0 0 0,3 15 1 0 0,1 1-1 0 0,0 0 1 0 0,0 0-1 0 0,0 1 0 0 0,0-1 1 0 0,-1 0-1 0 0,1 0 0 0 0,0 1 1 0 0,0-1-1 0 0,-1 0 0 0 0,1 1 1 0 0,-1-1-1 0 0,1 0 0 0 0,0 1 1 0 0,-1-1-1 0 0,1 0 0 0 0,-1 1 1 0 0,1-1-1 0 0,-2 0 0 0 0,-2-1 1 0 0,1 0 0 0 0,-1 0-1 0 0,0 0 1 0 0,0 1 0 0 0,0 0 0 0 0,0 0 0 0 0,-1 0-1 0 0,1 0 1 0 0,0 0 0 0 0,0 1 0 0 0,-1 0-1 0 0,1 0 1 0 0,-8 1 0 0 0,-2 0 4 0 0,1 1-3 0 0,-1 0 0 0 0,1 2 0 0 0,0-1 0 0 0,0 2 1 0 0,0-1-1 0 0,0 2 0 0 0,-23 13 0 0 0,25-13 0 0 0,-19 7 4 0 0,23-11-4 0 0,0 0-1 0 0,1 1 1 0 0,-1 0-1 0 0,1 1 1 0 0,0-1 0 0 0,-6 6-1 0 0,-5 5 11 0 0,7-6-1 0 0,-1 1 0 0 0,1 1 1 0 0,1-1-1 0 0,-15 20 0 0 0,6 0 4 0 0,5-10 12 0 0,-18 36-1 0 0,23-38 1 0 0,4-9-11 0 0,0 0 0 0 0,1 0 1 0 0,0 0-1 0 0,-3 12 0 0 0,6-19-14 0 0,0 0-1 0 0,0-1 1 0 0,0 1 0 0 0,0 0 0 0 0,-1-1-1 0 0,1 1 1 0 0,0 0 0 0 0,-1-1-1 0 0,1 1 1 0 0,0 0 0 0 0,-1-1-1 0 0,1 1 1 0 0,-1-1 0 0 0,1 1-1 0 0,-1-1 1 0 0,0 2 0 0 0,-1-1 2 0 0,0 1 15 0 0,2 0 9 0 0,0 14 72 0 0,0-16-96 0 0,0 1 0 0 0,0-1 0 0 0,0 0-1 0 0,0 0 1 0 0,0 1 0 0 0,0-1 0 0 0,0 0 0 0 0,0 1-1 0 0,0-1 1 0 0,1 0 0 0 0,-1 0 0 0 0,0 1 0 0 0,0-1-1 0 0,0 0 1 0 0,0 0 0 0 0,1 1 0 0 0,-1-1 0 0 0,0 0-1 0 0,0 0 1 0 0,1 0 0 0 0,-1 1 0 0 0,1-1 0 0 0,-1 0-2 0 0,1 0 0 0 0,-1 0 0 0 0,1 0 1 0 0,-1 0-1 0 0,1 0 0 0 0,-1 0 0 0 0,1 0 0 0 0,-1-1 1 0 0,1 1-1 0 0,-1 0 0 0 0,1 0 0 0 0,-1 0 1 0 0,1-1-1 0 0,-1 1 0 0 0,1 0 0 0 0,-1-1 0 0 0,1 1 1 0 0,-1 0-1 0 0,1-1 0 0 0,6-5 12 0 0,1-1-1 0 0,-1 0 1 0 0,0 0-1 0 0,-1 0 1 0 0,0-1-1 0 0,0 0 1 0 0,-1 0 0 0 0,0 0-1 0 0,0-1 1 0 0,-1 0-1 0 0,4-10 1 0 0,7-22 37 0 0,-5 18-22 0 0,-2-1-1 0 0,6-26 0 0 0,-12 39-18 0 0,-1 8-8 0 0,0 0-1 0 0,0 0 1 0 0,-1-1-1 0 0,1 1 1 0 0,-1 0 0 0 0,1-1-1 0 0,-1 1 1 0 0,-1-1-1 0 0,1 1 1 0 0,0 0 0 0 0,-2-6-1 0 0,-5-18 15 0 0,-3 0 9 0 0,9 24-2 0 0,-11-8 20 0 0,12 10-39 0 0,0 1 0 0 0,0-1 1 0 0,0 1-1 0 0,0-1 0 0 0,-1 1 1 0 0,1-1-1 0 0,0 0 0 0 0,-1 1 1 0 0,1-1-1 0 0,0 1 0 0 0,-1-1 1 0 0,1 1-1 0 0,0 0 0 0 0,-1-1 1 0 0,1 1-1 0 0,-1-1 0 0 0,1 1 1 0 0,-1 0-1 0 0,1-1 0 0 0,-1 1 1 0 0,1 0-1 0 0,-1 0 0 0 0,1-1 1 0 0,-1 1-1 0 0,0 0 0 0 0,1 0 0 0 0,-1 0 1 0 0,1 0-1 0 0,-1 0 0 0 0,0-1 1 0 0,1 1-1 0 0,-2 1 0 0 0,1-1-2 0 0,1 0 0 0 0,-1 1 0 0 0,1-1 0 0 0,-1 1 0 0 0,1-1 0 0 0,-1 1 0 0 0,1 0 0 0 0,0-1 0 0 0,-1 1 0 0 0,1-1 0 0 0,0 1 0 0 0,-1 0 0 0 0,1-1 0 0 0,0 1 0 0 0,0 0 0 0 0,-1 0 0 0 0,1-1 0 0 0,0 2 0 0 0,0-1 3 0 0,-4 12 18 0 0,2 0 0 0 0,-1 0 0 0 0,2 0 0 0 0,0 0 0 0 0,0 24 0 0 0,1-6 3 0 0,0 17 45 0 0,2 0 0 0 0,13 78 0 0 0,-9-99-38 0 0,1-1 0 0 0,1 0-1 0 0,1-1 1 0 0,15 30-1 0 0,-20-48-20 0 0,1 0 0 0 0,-1 0 1 0 0,1-1-1 0 0,1 1 0 0 0,-1-1 0 0 0,9 7 0 0 0,2 0 26 0 0,22 15 0 0 0,-34-25-29 0 0,0 0 0 0 0,1 0 0 0 0,-1 0 0 0 0,1-1 0 0 0,0 0 0 0 0,0 0-1 0 0,0 0 1 0 0,0 0 0 0 0,0-1 0 0 0,0 0 0 0 0,0 0 0 0 0,0 0 0 0 0,0-1 0 0 0,1 0-1 0 0,-1 0 1 0 0,7 0 0 0 0,6-3 18 0 0,-15 3-22 0 0,-1 0 0 0 0,1-1 0 0 0,0 1 1 0 0,0-1-1 0 0,0 0 0 0 0,-1 0 0 0 0,1 0 0 0 0,0 0 1 0 0,4-2-1 0 0,-2-1 0 0 0,1-1-1 0 0,-1 1 1 0 0,0 0 0 0 0,-1-1 0 0 0,1 0 0 0 0,-1 0 0 0 0,0-1-1 0 0,0 1 1 0 0,-1-1 0 0 0,1 0 0 0 0,4-12 0 0 0,0-4 4 0 0,-1 0 1 0 0,4-26-1 0 0,-4 20 1 0 0,18-126-8 0 0,-17 95-2 0 0,-4 19-1 0 0,-2 0 0 0 0,-2-1-1 0 0,-2 1 1 0 0,-1 0 0 0 0,-17-74-1 0 0,12 89-6 0 0,7 23 7 0 0,2 1 0 0 0,-1 1 0 0 0,0-1 1 0 0,0 1-1 0 0,-1-1 0 0 0,1 1 1 0 0,0-1-1 0 0,0 1 0 0 0,0-1 1 0 0,0 1-1 0 0,0-1 0 0 0,0 1 1 0 0,-1-1-1 0 0,1 1 0 0 0,0-1 1 0 0,-1 1-1 0 0,1 0 0 0 0,0-1 0 0 0,0 1 1 0 0,-1-1-1 0 0,0 1 0 0 0,-6-4-7 0 0,2 3 0 0 0,-5 6 2 0 0,5 0 5 0 0,1 0-1 0 0,1 0 1 0 0,-1 0 0 0 0,1 0 0 0 0,-1 1 0 0 0,2 0-1 0 0,-5 10 1 0 0,2-1-1 0 0,0 0-1 0 0,-3 19 0 0 0,2 42 3 0 0,5-67 4 0 0,1 0 0 0 0,-1-1 0 0 0,1 1-1 0 0,1 0 1 0 0,0-1 0 0 0,0 1 0 0 0,5 15-1 0 0,-1-6 9 0 0,2 0-1 0 0,12 25 0 0 0,-11-30-1 0 0,-5-10-9 0 0,0 0 1 0 0,0-1-1 0 0,0 1 1 0 0,0 0-1 0 0,0-1 1 0 0,1 0-1 0 0,-1 0 1 0 0,1 0 0 0 0,0 0-1 0 0,-1-1 1 0 0,1 1-1 0 0,0-1 1 0 0,0 0-1 0 0,0 0 1 0 0,0 0-1 0 0,0-1 1 0 0,0 1-1 0 0,0-1 1 0 0,0 0-1 0 0,0 0 1 0 0,0 0-1 0 0,0-1 1 0 0,1 0-1 0 0,5-1 1 0 0,-3 0-1 0 0,0-1-1 0 0,0 0 1 0 0,0 0-1 0 0,0 0 1 0 0,-1-1 0 0 0,1 0-1 0 0,-1 0 1 0 0,0-1-1 0 0,-1 0 1 0 0,1 0 0 0 0,-1 0-1 0 0,0 0 1 0 0,5-8-1 0 0,39-66 6 0 0,-26 40-4 0 0,-12 17-2 0 0,-1 0 0 0 0,-1-1 0 0 0,7-26 0 0 0,-9 26-1 0 0,10-34-6 0 0,-2-1-1 0 0,8-65 0 0 0,-19 102 0 0 0,0-19-32 0 0,-3 30-30 0 0,-2 23 43 0 0,-24 139-39 0 0,10-54 43 0 0,1 16-12 0 0,3-26 8 0 0,-21 282-133 0 0,30-344 139 0 0,1-11 4 0 0,1-1 1 0 0,1 1-1 0 0,0-1 0 0 0,0 1 1 0 0,8 27-1 0 0,-4-19-60 0 0,-4-21 58 0 0,1-1-20 0 0,-1-1 37 0 0,0 0 0 0 0,0 1 0 0 0,0-1 0 0 0,-1 0-1 0 0,1 0 1 0 0,0 0 0 0 0,0 0 0 0 0,0 0 0 0 0,0-1-1 0 0,0 1 1 0 0,0 0 0 0 0,0 0 0 0 0,0-1-1 0 0,0 1 1 0 0,0 0 0 0 0,-1-1 0 0 0,1 1 0 0 0,0-1-1 0 0,1 0 1 0 0,0-1-2 0 0,1 0-1 0 0,-1 0 0 0 0,1 0 1 0 0,-1-1-1 0 0,4-4 0 0 0,-2 1-1 0 0,1-1-1 0 0,-1 0 0 0 0,-1 0 1 0 0,5-11-1 0 0,20-79-32 0 0,20-124 0 0 0,-25 104 21 0 0,-4 5 11 0 0,5-18 7 0 0,13-6 0 0 0,-35 133 1 0 0,-1-7 3 0 0,-2-5 13 0 0,2 147 48 0 0,-4 283 15 0 0,-4-333-61 0 0,-1 20 3 0 0,7-68 3 0 0,-9 47-1 0 0,4-40-7 0 0,-2 19 87 0 0,22-60-59 0 0,-11-4-34 0 0,3-6-3 0 0,-1-1 1 0 0,1 0 0 0 0,-2 0 0 0 0,0 0-1 0 0,4-15 1 0 0,9-63 24 0 0,-7 30-16 0 0,10-66 17 0 0,-11 63-17 0 0,21-97 36 0 0,-27 142-45 0 0,0 1 0 0 0,1 0 0 0 0,1 0 0 0 0,1 1 0 0 0,0-1 0 0 0,13-22 0 0 0,0-2 14 0 0,-8 16 7 0 0,-11 22 8 0 0,1 2-31 0 0,0-1-1 0 0,-1 1 0 0 0,1-1 1 0 0,-1 1-1 0 0,1 0 0 0 0,0-1 1 0 0,-1 1-1 0 0,1 0 0 0 0,0 0 1 0 0,-1 0-1 0 0,1-1 0 0 0,0 1 1 0 0,0 0-1 0 0,-1 0 0 0 0,1 0 1 0 0,1 0-1 0 0,12 56 82 0 0,-10-44-76 0 0,-1-1-1 0 0,0 1 1 0 0,-1 1 0 0 0,1 19 0 0 0,-4 52 48 0 0,0-57-35 0 0,2 42 32 0 0,-1 28 9 0 0,-5 2-54 0 0,4-93-10 0 0,3 12 0 0 0,-1-13 0 0 0,0-4-1 0 0,-1 0 0 0 0,0-1 1 0 0,0 0-1 0 0,0 1 0 0 0,0-1 0 0 0,0 0 0 0 0,0 1 1 0 0,0-1-1 0 0,0 0 0 0 0,0 0 0 0 0,0 1 0 0 0,0-1 0 0 0,0 0 1 0 0,0 1-1 0 0,1-1 0 0 0,-1 0 0 0 0,0 0 0 0 0,0 1 0 0 0,0-1 1 0 0,1 0-1 0 0,-1 0 0 0 0,0 1 0 0 0,0-1 0 0 0,1 0 1 0 0,-1 0-1 0 0,0 0 0 0 0,1 1 0 0 0,0-2 0 0 0,0 1 0 0 0,0-1 0 0 0,0 1 0 0 0,0-1 0 0 0,0 0 0 0 0,0 0 0 0 0,0 1 0 0 0,-1-1 0 0 0,1 0 0 0 0,0 0 0 0 0,0 0 0 0 0,-1 0 0 0 0,1 0 1 0 0,-1 0-1 0 0,1 0 0 0 0,-1 0 0 0 0,1 0 0 0 0,-1 0 0 0 0,0-1 0 0 0,1 1 0 0 0,-1-1 0 0 0,9-35-8 0 0,-6 23 2 0 0,15-77-28 0 0,10-126 1 0 0,-24 161-2 0 0,3 1 1 0 0,18-71-1 0 0,-12 62 0 0 0,-11 50 9 0 0,0-1 0 0 0,1 0 1 0 0,1 1-1 0 0,11-26 0 0 0,-1 14-90 0 0,-12 24 87 0 0,-1 4 3 0 0,7 16 3 0 0,-1 0-1 0 0,-1 1 1 0 0,0 0-1 0 0,5 34 0 0 0,3 82-35 0 0,-9-74 26 0 0,4 78 5 0 0,-4 27 10 0 0,-5-77 20 0 0,0-87 12 0 0,0 0-6 0 0,0 5 0 0 0,0-5 8 0 0,1-2-13 0 0,0 0 0 0 0,0 0 0 0 0,0-1 0 0 0,0 1-1 0 0,0 0 1 0 0,0-1 0 0 0,0 1 0 0 0,0 0-1 0 0,-1-1 1 0 0,1 1 0 0 0,0-1 0 0 0,0 0 0 0 0,-1 1-1 0 0,1-1 1 0 0,0 0 0 0 0,-1 1 0 0 0,1-1-1 0 0,1-1 1 0 0,8-19 39 0 0,4-26 2 0 0,14-83 0 0 0,-5-56 47 0 0,-13 96-46 0 0,-8 69-38 0 0,33-234 77 0 0,-31 231-67 0 0,2 1 0 0 0,13-38 1 0 0,-11 43-11 0 0,-8 21 1 0 0,-2 5-5 0 0,2 41-9 0 0,-3 0-1 0 0,-2 0 0 0 0,-1-1 1 0 0,-3 0-1 0 0,-21 65 0 0 0,20-82 1 0 0,-43 119-28 0 0,28-67 9 0 0,5-15 10 0 0,-7 30-5 0 0,4-10-1 0 0,15-66 15 0 0,-19 71-27 0 0,23-81 33 0 0,1-7 0 0 0,3-11 0 0 0,3-11 0 0 0,6-28 0 0 0,5-74 0 0 0,1-11 0 0 0,21-85 27 0 0,-27 164-11 0 0,11-44 5 0 0,-14 71-14 0 0,27-96 74 0 0,-27 106 20 0 0,-2 24-33 0 0,-3-7-75 0 0,4 17 35 0 0,-2-1 0 0 0,-1 0-1 0 0,0 1 1 0 0,-2 0 0 0 0,-1 26 0 0 0,-1 0 6 0 0,2 21 99 0 0,-17 116 1 0 0,0-68-19 0 0,-8 45 66 0 0,18-130-116 0 0,-1-1 0 0 0,-20 49 1 0 0,27-76 20 0 0,-4-27-54 0 0,14-241-8 0 0,8 22-24 0 0,-11 140 0 0 0,-4-92 0 0 0,-2 124 0 0 0,5 25 0 0 0,-4 34-1 0 0,-1 4-6 0 0,0 7-1 0 0,-7 17-6 0 0,-22 90-5 0 0,15-46 5 0 0,-26 65-1 0 0,-27 58-4 0 0,36-95 11 0 0,5-22 0 0 0,-7 21-21 0 0,-13 45-5 0 0,7-29-124 0 0,38-99 138 0 0,4-5-195 0 0,5-8 192 0 0,1 0-1 0 0,-2-1 1 0 0,1 0 0 0 0,-1 0-1 0 0,7-17 1 0 0,25-66-82 0 0,-34 83 87 0 0,87-217-231 0 0,-64 162 141 0 0,-19 48 75 0 0,0 1-1 0 0,1 0 0 0 0,14-18 1 0 0,-10 17 0 0 0,14-30 0 0 0,-26 40 19 0 0,0 5 13 0 0,11-11-19 0 0,-11 12 12 0 0,-2 5-6 0 0,1 8 14 0 0,0 0-1 0 0,-1 0 1 0 0,0-1 0 0 0,-1 1 0 0 0,-3 13-1 0 0,-1 22 1 0 0,-5 130 0 0 0,-12 154 0 0 0,21-319 0 0 0,0 35 2 0 0,1-43 4 0 0,1-6 1 0 0,12-38 5 0 0,-1-1 0 0 0,10-69 0 0 0,-6 27 8 0 0,48-241 39 0 0,-48 233-40 0 0,9-43 8 0 0,-22 122-17 0 0,1 0 0 0 0,0 1-1 0 0,0-1 1 0 0,10-17-1 0 0,-3 9 15 0 0,-10 19-16 0 0,0 4 0 0 0,7 10 2 0 0,-4-1-8 0 0,-1 0 0 0 0,0 0 0 0 0,-1 0 0 0 0,-1 0-1 0 0,1 1 1 0 0,-1 18 0 0 0,0 1-1 0 0,3 31-1 0 0,-2 0 0 0 0,-8 64 0 0 0,-37 117 10 0 0,42-235-7 0 0,-4 13 11 0 0,-8 22-1 0 0,12-40 6 0 0,1-1 0 0 0,-3 5-9 0 0,3-5 61 0 0,0-3-69 0 0,0 0 0 0 0,1 0-1 0 0,-1 0 1 0 0,0 0 0 0 0,1 0 0 0 0,-1 0-1 0 0,1 0 1 0 0,0 0 0 0 0,-1 0 0 0 0,1 1-1 0 0,0-1 1 0 0,0-1 0 0 0,3-2 2 0 0,3-9 4 0 0,-1-1 0 0 0,0 1 1 0 0,-1-1-1 0 0,-1 0 0 0 0,0-1 1 0 0,2-17-1 0 0,8-26 12 0 0,44-147 59 0 0,-47 164-56 0 0,2-2-8 0 0,-6 18 7 0 0,7-33-1 0 0,-10 39-5 0 0,1 1-1 0 0,7-20 0 0 0,-5 19 3 0 0,-2 2 30 0 0,-4 15-13 0 0,-1 3-1 0 0,-3 23-15 0 0,-1 81 10 0 0,-10 104 29 0 0,8-157-44 0 0,-10 61 20 0 0,-15 48 23 0 0,29-151-54 0 0,2-2 1 0 0,-2 0-1 0 0,1 0 1 0 0,-1 0 0 0 0,-1 0-1 0 0,0-1 1 0 0,0 1 0 0 0,-4 8-1 0 0,-11 18 36 0 0,17-32 2 0 0,2-4-34 0 0,3-5-3 0 0,-1 0 0 0 0,1 0 1 0 0,-2-1-1 0 0,1 1 0 0 0,-1-1 0 0 0,0 1 0 0 0,2-15 0 0 0,28-139 52 0 0,0-5 2 0 0,-24 124-16 0 0,2 0 0 0 0,27-74 0 0 0,-30 95-22 0 0,4-26 1 0 0,-9 33-11 0 0,1 0 1 0 0,1 0 0 0 0,1 0 0 0 0,0 0 0 0 0,7-14 0 0 0,-10 25 35 0 0,-1 5-44 0 0,1-1-1 0 0,-1 0 1 0 0,0 1-1 0 0,1-1 0 0 0,-1 1 1 0 0,0 0-1 0 0,0-1 1 0 0,0 1-1 0 0,0 0 0 0 0,0-1 1 0 0,0 1-1 0 0,-1 0 1 0 0,1 0-1 0 0,-1 0 1 0 0,1 0-1 0 0,-1 0 0 0 0,1 3 1 0 0,21 160 50 0 0,-13 8-14 0 0,-6-85-24 0 0,15 307 38 0 0,-11-320-43 0 0,1 4 7 0 0,-2-38-10 0 0,-2-13-1 0 0,-3-13 0 0 0,4-29-13 0 0,3-19 3 0 0,12-166-3 0 0,-15 123 6 0 0,5-182 2 0 0,-10 234 0 0 0,15-134 0 0 0,-8 94 0 0 0,-5 49 0 0 0,-2 9 0 0 0,1 0 0 0 0,0 0 0 0 0,0-1 0 0 0,1 1 0 0 0,-1 0 0 0 0,2 0-1 0 0,-1 0 1 0 0,5-8 0 0 0,-2 2-5 0 0,-4 4 2 0 0,-1 23-2 0 0,2 0 0 0 0,3 17 0 0 0,2 10-3 0 0,0 252-5 0 0,-7-198 10 0 0,-2-66-8 0 0,-7 47-1 0 0,5-50 5 0 0,3-4-7 0 0,1-20-4 0 0,-1-4-59 0 0,-1 0 76 0 0,1 0-1 0 0,-1 1 0 0 0,1-1 1 0 0,-1 0-1 0 0,1 0 0 0 0,0-1 1 0 0,-1 1-1 0 0,1 0 0 0 0,0 0 0 0 0,0-1 1 0 0,0 1-1 0 0,0 0 0 0 0,0-1 1 0 0,0 1-1 0 0,-1-3 0 0 0,1 2 0 0 0,-9-18-7 0 0,0 0-1 0 0,2-1 1 0 0,0-1-1 0 0,-7-36 1 0 0,-7-17-10 0 0,5 12-23 0 0,0 0 6 0 0,-31-49-52 0 0,47 111 87 0 0,-2-7-8 0 0,2 5 3 0 0,-1-1 0 0 0,0 1 0 0 0,1 0 0 0 0,-1 0 0 0 0,0 0 0 0 0,0 0 0 0 0,-1 0 0 0 0,1 0 0 0 0,-1 0 0 0 0,1 1 0 0 0,-5-3 0 0 0,5 3 1 0 0,1 1 0 0 0,0 0 0 0 0,-1 0 0 0 0,1 0 0 0 0,-1 0 0 0 0,1 0 0 0 0,-1 0 0 0 0,0 0 0 0 0,1 0 0 0 0,-1 1 0 0 0,0-1 0 0 0,0 1 1 0 0,1-1-1 0 0,-1 1 0 0 0,0 0 0 0 0,-2 0 0 0 0,-25 1-38 0 0,23 2 28 0 0,-11 12 10 0 0,1 1 0 0 0,-22 30 0 0 0,19-23 4 0 0,6-8 1 0 0,1 2 0 0 0,1-1 0 0 0,0 2 0 0 0,1-1 0 0 0,1 1 0 0 0,0 1 0 0 0,-8 27 0 0 0,1 7 0 0 0,7-27 0 0 0,1 2 0 0 0,1-1 0 0 0,-3 35 0 0 0,6-42 0 0 0,2-14 0 0 0,1 0 0 0 0,0 0 0 0 0,0 1 0 0 0,1-1 0 0 0,0 8 0 0 0,0 1 0 0 0,2-2 0 0 0,9-4 0 0 0,2-5 0 0 0,-8-3 1 0 0,1-1-1 0 0,16-4-2 0 0,-10 2 0 0 0,0-1 0 0 0,-1-1 0 0 0,1 0 0 0 0,-1-1 1 0 0,0 0-1 0 0,18-11 0 0 0,-7-1-1 0 0,-1-1 1 0 0,0-1-1 0 0,-2-1 1 0 0,0-1-1 0 0,-1 0 1 0 0,25-40-1 0 0,-35 46 3 0 0,0 0 0 0 0,-1 0 0 0 0,-1-1 0 0 0,0 0 0 0 0,5-24 0 0 0,-8 25 0 0 0,0 1 0 0 0,-1-1 0 0 0,-1 0 0 0 0,0 0 0 0 0,-1 0 0 0 0,-1 0 0 0 0,0 0 0 0 0,-1 1 0 0 0,-6-24 0 0 0,3 25 0 0 0,-2-1 0 0 0,-2 4 2 0 0,5 8 3 0 0,-6 1-2 0 0,9 1-3 0 0,1 0 0 0 0,-1 0 1 0 0,0 0-1 0 0,1 1 0 0 0,-1-1 1 0 0,0 0-1 0 0,1 0 0 0 0,-1 1 0 0 0,1-1 1 0 0,-1 1-1 0 0,1-1 0 0 0,-1 0 1 0 0,1 1-1 0 0,-1-1 0 0 0,1 1 1 0 0,-1-1-1 0 0,1 1 0 0 0,-1-1 0 0 0,1 1 1 0 0,0 0-1 0 0,-1-1 0 0 0,1 1 1 0 0,0 0-1 0 0,-1 0 1 0 0,-1 3 2 0 0,0 1 0 0 0,0-1 0 0 0,1 1 0 0 0,-1 0 0 0 0,1 0 0 0 0,0-1 0 0 0,0 1 0 0 0,0 0 0 0 0,1 7 0 0 0,0 6 0 0 0,4 23 1 0 0,-2-14-1 0 0,4 33 8 0 0,2 1 1 0 0,3-1-1 0 0,3-1 1 0 0,2 0 0 0 0,40 97-1 0 0,-52-148-10 0 0,-1 0 0 0 0,1 0 1 0 0,1 0-1 0 0,0 0 0 0 0,0-1 0 0 0,0 0 0 0 0,1 0 1 0 0,10 11-1 0 0,-15-18-1 0 0,0 1 0 0 0,0-1 1 0 0,-1 0-1 0 0,1 1 0 0 0,0-1 1 0 0,0 0-1 0 0,0 1 0 0 0,-1-1 1 0 0,1 0-1 0 0,0 0 0 0 0,0 0 1 0 0,0 0-1 0 0,0 1 0 0 0,0-1 1 0 0,0-1-1 0 0,-1 1 0 0 0,1 0 1 0 0,2 0-1 0 0,-1-1 0 0 0,13-2 2 0 0,-4-3-2 0 0,-1 0 1 0 0,0 0 0 0 0,0-1-1 0 0,-1-1 1 0 0,0 0 0 0 0,-1 0-1 0 0,1 0 1 0 0,-1-1 0 0 0,-1-1-1 0 0,0 1 1 0 0,0-1-1 0 0,5-12 1 0 0,5-9 1 0 0,-2-1 0 0 0,20-64 0 0 0,62-293-2 0 0,-93 363 0 0 0,20-88 0 0 0,-22 111-3 0 0,-2-8-7 0 0,0-5 7 0 0,0 14-5 0 0,-8-5-23 0 0,7 6 29 0 0,1 1 2 0 0,0 0 0 0 0,0 0 0 0 0,-1 0 0 0 0,1-1 0 0 0,0 1-1 0 0,0 0 1 0 0,0 0 0 0 0,0 0 0 0 0,0 0 0 0 0,0 0 0 0 0,0 0 0 0 0,0 0 0 0 0,0 0 0 0 0,0 0 0 0 0,0 0-1 0 0,0 0 1 0 0,-1 0 0 0 0,1 0 0 0 0,0 0 0 0 0,0 0 0 0 0,0 0 0 0 0,0 0 0 0 0,0 0 0 0 0,0 0 0 0 0,0 0-1 0 0,0 0 1 0 0,0 0 0 0 0,-1 0 0 0 0,1 0 0 0 0,0 0 0 0 0,0 0 0 0 0,0 0 0 0 0,0 0 0 0 0,0 0 0 0 0,0 0-1 0 0,0 0 1 0 0,0 0 0 0 0,0 0 0 0 0,0 0 0 0 0,0 0 0 0 0,-1 0 0 0 0,1 0 0 0 0,0 0 0 0 0,0 0-1 0 0,0 0 1 0 0,0 0 0 0 0,0 1 0 0 0,0-1 0 0 0,0 0 0 0 0,0 0 0 0 0,0 0 0 0 0,0 0 0 0 0,-9 11-3 0 0,1 1 0 0 0,0 0 1 0 0,1 0-1 0 0,0 1 0 0 0,-8 22 0 0 0,6-15 2 0 0,-1 6-1 0 0,1 0 1 0 0,2 1-1 0 0,-7 44 0 0 0,10-54 1 0 0,1 10 1 0 0,-2 49 0 0 0,3-17 0 0 0,1-46 0 0 0,-1 9 0 0 0,0 0 0 0 0,2 1 0 0 0,0-1 0 0 0,5 27 0 0 0,-5-44 0 0 0,3 15 0 0 0,3-10 0 0 0,-6-10 0 0 0,0 1 0 0 0,1-1 0 0 0,-1 0 0 0 0,0 0 0 0 0,1 1-1 0 0,-1-1 1 0 0,0 0 0 0 0,1 0 0 0 0,-1 0 0 0 0,0 1-1 0 0,1-1 1 0 0,-1 0 0 0 0,0 0 0 0 0,1 0 0 0 0,-1 0-1 0 0,1 0 1 0 0,-1 0 0 0 0,0 0 0 0 0,1 0 0 0 0,-1 0-1 0 0,1 0 1 0 0,-1 0 0 0 0,0 0 0 0 0,1 0-1 0 0,-1 0 1 0 0,1 0 0 0 0,-1 0 0 0 0,0 0 0 0 0,1 0-1 0 0,-1 0 1 0 0,0-1 0 0 0,1 1 0 0 0,0 0 0 0 0,5-6-1 0 0,0 0 0 0 0,0 0 1 0 0,-1 0-1 0 0,0 0 1 0 0,0-1-1 0 0,0 0 0 0 0,-1 0 1 0 0,0 0-1 0 0,0-1 1 0 0,-1 0-1 0 0,0 1 0 0 0,0-1 1 0 0,3-14-1 0 0,1-4 0 0 0,43-173-69 0 0,-35 129 50 0 0,12-107-126 0 0,-14 81 40 0 0,-8 49 56 0 0,-3 28-15 0 0,8-37 1 0 0,-8 22-67 0 0,-2 33 126 0 0,0-1-24 0 0,4-7-123 0 0,5 202 68 0 0,1 7 46 0 0,-11-118 27 0 0,2 87-11 0 0,0-119 15 0 0,-1-33 2 0 0,3 26 1 0 0,4 11-12 0 0,-7-52 9 0 0,12-11-25 0 0,-7 3 31 0 0,0 0-1 0 0,0-1 0 0 0,0 1 0 0 0,-1-1 0 0 0,0 0 1 0 0,0 0-1 0 0,-1 0 0 0 0,0-1 0 0 0,0 1 0 0 0,3-16 1 0 0,0 3-4 0 0,13-46-9 0 0,-4 0 0 0 0,-3-1 0 0 0,5-80 0 0 0,-9-30-7 0 0,5-56 0 0 0,-6 141 3 0 0,-6 58 14 0 0,-1-9-2 0 0,-1 40 4 0 0,-3 7 2 0 0,-3 15 0 0 0,4 4 0 0 0,0 1 0 0 0,2-1 0 0 0,1 26 0 0 0,-1 13 2 0 0,-12 199 14 0 0,12-206-1 0 0,1-30-7 0 0,-3 27 1 0 0,-8 89 21 0 0,6-35-2 0 0,0-19 0 0 0,-1-13 4 0 0,-1 5-1 0 0,-2 15 90 0 0,9-94-117 0 0,0 1-1 0 0,0-1 0 0 0,0 1 0 0 0,0-1 0 0 0,0 1 0 0 0,0-1 1 0 0,0 0-1 0 0,0 1 0 0 0,0-1 0 0 0,0 1 0 0 0,0-1 0 0 0,0 0 1 0 0,0 1-1 0 0,0-1 0 0 0,0 1 0 0 0,0-1 0 0 0,-1 0 1 0 0,1 1-1 0 0,0-1 0 0 0,0 1 0 0 0,-1-1 0 0 0,1 0 0 0 0,0 1 1 0 0,-1-1-1 0 0,1 0 0 0 0,0 0 1 0 0,-1 0-1 0 0,1 0 1 0 0,0 0 0 0 0,0-1-1 0 0,0 1 1 0 0,-1 0-1 0 0,1 0 1 0 0,0 0 0 0 0,0-1-1 0 0,0 1 1 0 0,0 0-1 0 0,0 0 1 0 0,-1-1-1 0 0,1 1 1 0 0,0 0 0 0 0,0 0-1 0 0,0-1 1 0 0,0 1-1 0 0,0 0 1 0 0,0 0 0 0 0,0-1-1 0 0,0 1 1 0 0,0 0-1 0 0,0 0 1 0 0,0-1-1 0 0,-4-54 58 0 0,0 20-50 0 0,-3-62 21 0 0,-3-76 24 0 0,1 54-15 0 0,1 35-18 0 0,-11-95 25 0 0,14 133-38 0 0,-1-26 4 0 0,7 67-11 0 0,-1-1-1 0 0,-6-13 8 0 0,2 7-7 0 0,1 8 2 0 0,3 4-5 0 0,-1 0 0 0 0,1 0 0 0 0,0-1 1 0 0,-1 1-1 0 0,1 0 0 0 0,-1 0 0 0 0,1-1 0 0 0,0 1 0 0 0,-1 0 0 0 0,1 0 0 0 0,-1 0 1 0 0,1 0-1 0 0,-1 0 0 0 0,1 0 0 0 0,-1 0 0 0 0,1 0 0 0 0,-1 0 0 0 0,1 0 0 0 0,0 0 1 0 0,-1 0-1 0 0,-2 2 0 0 0,1 0 1 0 0,0 0 0 0 0,0 1-1 0 0,0-1 1 0 0,0 0-1 0 0,1 1 1 0 0,-1-1 0 0 0,0 1-1 0 0,-1 3 1 0 0,-2 3-1 0 0,-2 6 0 0 0,0 0 0 0 0,1 0 0 0 0,1 1 0 0 0,0 0 0 0 0,1 0 0 0 0,-3 24 0 0 0,-6 26 0 0 0,-66 195 0 0 0,28-81 0 0 0,-20 55 0 0 0,70-229 5 0 0,-8 15 8 0 0,22-50-6 0 0,14-48 0 0 0,-16 43-2 0 0,15-32 0 0 0,20-21 6 0 0,-12 26 0 0 0,-23 42-3 0 0,1 1 0 0 0,1 0 0 0 0,0 1 0 0 0,26-25 0 0 0,-34 37-5 0 0,1 1-1 0 0,0-1 1 0 0,1 1-1 0 0,10-6 1 0 0,-11 7 0 0 0,1-1 1 0 0,-1 0 0 0 0,0 0-1 0 0,8-7 1 0 0,56-49 34 0 0,-12 13-12 0 0,-53 41-24 0 0,0 1-1 0 0,0-1 1 0 0,-1 0 0 0 0,0 0-1 0 0,0-1 1 0 0,3-8 0 0 0,1-2 12 0 0,7-24 0 0 0,-14 39-14 0 0,3-13 7 0 0,0 0-1 0 0,-1 1 0 0 0,2-17 0 0 0,-5 7 4 0 0,0 24-10 0 0,0 0 0 0 0,0 0 0 0 0,0 0 0 0 0,0 0 0 0 0,0 0 0 0 0,0 0 0 0 0,0 0 1 0 0,0 0-1 0 0,0 0 0 0 0,0 0 0 0 0,0 0 0 0 0,0 0 0 0 0,0 0 0 0 0,0 0 0 0 0,0 0 0 0 0,0 0 1 0 0,0 0-1 0 0,0 0 0 0 0,0 0 0 0 0,0 0 0 0 0,0 0 0 0 0,0 0 0 0 0,-1 0 0 0 0,1 0 0 0 0,0 0 1 0 0,0 0-1 0 0,0 0 0 0 0,0 0 0 0 0,0 0 0 0 0,0 0 0 0 0,0 0 0 0 0,0 0 0 0 0,0 0 0 0 0,0 0 0 0 0,0 0 1 0 0,0 0-1 0 0,0 0 0 0 0,0 0 0 0 0,0 0 0 0 0,0 0 0 0 0,0 0 0 0 0,0 0 0 0 0,0 0 0 0 0,0 0 1 0 0,0 0-1 0 0,0 0 0 0 0,0 0 0 0 0,0 0 0 0 0,0 0 0 0 0,-8 6 3 0 0,4-2-2 0 0,1 0 0 0 0,0 0-1 0 0,0 0 1 0 0,0 1 0 0 0,0-1 0 0 0,1 1 0 0 0,0 0 0 0 0,0-1 0 0 0,0 1 0 0 0,0 0 0 0 0,-1 7 0 0 0,-2 4 8 0 0,1-2-8 0 0,0 0-1 0 0,1 1 1 0 0,-2 28 0 0 0,3 47-1 0 0,2-28-1 0 0,1-13 1 0 0,0-29 0 0 0,-1 20 0 0 0,0-29 0 0 0,0 0 0 0 0,2 15 0 0 0,1 9 0 0 0,-4-29 0 0 0,4 18 0 0 0,0-9 0 0 0,-2-6-2 0 0,-1-7-10 0 0,14-8-22 0 0,-11 3 32 0 0,-1-1 0 0 0,1 1 0 0 0,0-1 0 0 0,-1 1 0 0 0,1-1 0 0 0,-1 0 0 0 0,0 0 0 0 0,-1 0-1 0 0,1 0 1 0 0,1-5 0 0 0,10-48-31 0 0,-9 41 27 0 0,2-20-19 0 0,2-70 1 0 0,-9-39-7 0 0,1 142 31 0 0,-1-31-9 0 0,-8-59 0 0 0,6 63 9 0 0,-2 17 0 0 0,4 13 1 0 0,0-1 0 0 0,1 1 0 0 0,-1-1 0 0 0,0 1 0 0 0,0-1-1 0 0,0 1 1 0 0,0-1 0 0 0,0 1 0 0 0,0 0 0 0 0,0 0 0 0 0,0-1-1 0 0,0 1 1 0 0,0 0 0 0 0,0 0 0 0 0,0 0 0 0 0,0 0 0 0 0,0 0-1 0 0,0 0 1 0 0,0 1 0 0 0,0-1 0 0 0,0 0 0 0 0,0 0-1 0 0,0 1 1 0 0,0-1 0 0 0,0 1 0 0 0,0-1 0 0 0,0 1 0 0 0,0-1-1 0 0,-1 2 1 0 0,-4 1 1 0 0,0 1 1 0 0,0 0-1 0 0,-6 5 0 0 0,-56 52 28 0 0,55-49-14 0 0,0 0 0 0 0,-12 17 0 0 0,-16 16 31 0 0,-98 107 88 0 0,133-146-126 0 0,-4 7 17 0 0,1 1 0 0 0,-13 23 0 0 0,-6 10 24 0 0,11-19-12 0 0,1 0 1 0 0,-12 31-1 0 0,16-34-8 0 0,-5 20 13 0 0,10-27-13 0 0,-13 25 1 0 0,-18 40 35 0 0,34-77-58 0 0,1 4-1 0 0,2-6-1 0 0,12-15-44 0 0,-2 3 28 0 0,-1 0-1 0 0,8-11 1 0 0,6-14-47 0 0,31-35 0 0 0,-42 55 22 0 0,0 1 0 0 0,2 1 0 0 0,-1 0 0 0 0,1 0 0 0 0,23-13 0 0 0,-16 12-3 0 0,-6 3 4 0 0,1 1 0 0 0,16-6 0 0 0,65-27-129 0 0,-22 3-69 0 0,-58 30 159 0 0,0 0-1 0 0,0-1 1 0 0,28-22 0 0 0,-22 15 22 0 0,-18 13 35 0 0,0 1-3 0 0,-1-1-1 0 0,1 0 0 0 0,-1 0 1 0 0,1 0-1 0 0,-1 0 0 0 0,3-5 1 0 0,10-21-96 0 0,-15 27 87 0 0,1-1-1 0 0,0 0 12 0 0,0 0 0 0 0,1-1 0 0 0,-1 1 0 0 0,-1-1 0 0 0,1 1 0 0 0,0-1 0 0 0,-1 0 0 0 0,0 0 0 0 0,2-7 0 0 0,-3 9 9 0 0,-2 0 2 0 0,0 1 5 0 0,1 0 1 0 0,-1 0 0 0 0,0 0-1 0 0,0 0 1 0 0,0 1-1 0 0,0-1 1 0 0,1 0-1 0 0,-1 1 1 0 0,0 0 0 0 0,0-1-1 0 0,0 1 1 0 0,0 0-1 0 0,0 0 1 0 0,0 0 0 0 0,0 0-1 0 0,-3 1 1 0 0,-37 8-9 0 0,20-3 7 0 0,12-4 2 0 0,0 0 0 0 0,0 0 0 0 0,1 1 0 0 0,-1 1 0 0 0,1 0 0 0 0,-1 0 0 0 0,1 0 0 0 0,-16 13 0 0 0,0 1 6 0 0,5-4 25 0 0,-33 31 1 0 0,47-39-26 0 0,0 1 0 0 0,0-1 0 0 0,1 1 0 0 0,0 0 0 0 0,1 1 0 0 0,-1-1-1 0 0,1 1 1 0 0,1 0 0 0 0,-4 9 0 0 0,0 7 34 0 0,-2 2 8 0 0,1 2 0 0 0,-6 39 0 0 0,12-36-25 0 0,2-22-9 0 0,-1 0 1 0 0,0 1-1 0 0,-4 15 0 0 0,5-20 4 0 0,5 7 2 0 0,3-4-10 0 0,-5-6-8 0 0,0 0 0 0 0,-1 0-1 0 0,1 0 1 0 0,0-1-1 0 0,0 0 1 0 0,0 1-1 0 0,1-1 1 0 0,5 1-1 0 0,-5-2 1 0 0,1 0 0 0 0,-1 0-1 0 0,0-1 1 0 0,1 1 0 0 0,7-3-1 0 0,11-2-1 0 0,-13 3 0 0 0,-1 0 0 0 0,1 0 0 0 0,0-1 0 0 0,-1 0 0 0 0,1-1 0 0 0,-1 0 0 0 0,0 0 0 0 0,14-11 0 0 0,-10 8 0 0 0,3-1 0 0 0,8-6-12 0 0,-18 10-2 0 0,-4 3 7 0 0,0 0-1 0 0,0 0 1 0 0,0 0 0 0 0,0 0 0 0 0,0-1 0 0 0,-1 1 0 0 0,1 0 0 0 0,0-1-1 0 0,-1 1 1 0 0,2-3 0 0 0,-2 4 4 0 0,0 0 1 0 0,0 0-1 0 0,0 0 1 0 0,0 0-1 0 0,-1 0 0 0 0,1 0 1 0 0,0 0-1 0 0,0 0 1 0 0,0 0-1 0 0,0 0 0 0 0,-1 0 1 0 0,1 0-1 0 0,0-1 0 0 0,1 1 1 0 0,0-1-21 0 0,-11 4-34 0 0,1 2 58 0 0,0 0-1 0 0,0 0 0 0 0,0 0 0 0 0,0 1 0 0 0,1 0 0 0 0,0 1 0 0 0,-7 8 0 0 0,-8 6 6 0 0,12-11-1 0 0,1 0 1 0 0,0 1-1 0 0,0 0 0 0 0,-10 17 1 0 0,5 10 67 0 0,13-35-53 0 0,0-3 2 0 0,1 0 0 0 0,-1 1 0 0 0,1-1 1 0 0,0 1-1 0 0,-1-1 0 0 0,1 1 0 0 0,-1-1 0 0 0,1 1 0 0 0,0-1 0 0 0,0 1 0 0 0,-1-1 0 0 0,1 1 1 0 0,0 0-1 0 0,0-1 0 0 0,0 1 0 0 0,-1 0 0 0 0,5-3-7 0 0,-1-1 1 0 0,0-1-1 0 0,0 1 0 0 0,0 0 1 0 0,0-1-1 0 0,0 0 0 0 0,2-4 0 0 0,7-11 26 0 0,-5 10-11 0 0,-1-1 0 0 0,6-14 0 0 0,-9 18-14 0 0,0 1 0 0 0,0-1 0 0 0,0 0-1 0 0,0 1 1 0 0,1 0 0 0 0,0 0 0 0 0,0 0-1 0 0,1 0 1 0 0,8-7 0 0 0,-9 9-5 0 0,0 0-1 0 0,-1 0 1 0 0,1-1 0 0 0,3-4 0 0 0,-5 6-7 0 0,1-1 0 0 0,-1 1 0 0 0,0 0 1 0 0,1 0-1 0 0,-1 0 0 0 0,1 0 0 0 0,0 0 1 0 0,3-2-1 0 0,17-7 15 0 0,-1-1 1 0 0,0-2 0 0 0,-1 0 0 0 0,33-30-1 0 0,-47 37-13 0 0,-1 0 0 0 0,9-13-1 0 0,-11 14-2 0 0,1 0 0 0 0,-1 0 0 0 0,1 1-1 0 0,11-10 1 0 0,-12 13-2 0 0,14-16 14 0 0,-2 1-6 0 0,2 0-1 0 0,0 0 0 0 0,-6 3 0 0 0,-2 5 1 0 0,-9 9-9 0 0,-1 0 0 0 0,1-1 0 0 0,-1 1 1 0 0,1 0-1 0 0,-1-1 0 0 0,1 1 1 0 0,-1 0-1 0 0,0-1 0 0 0,1 1 0 0 0,-1 0 1 0 0,1-1-1 0 0,-1 1 0 0 0,0-1 1 0 0,0 1-1 0 0,1-1 0 0 0,-1 1 0 0 0,0-1 1 0 0,0 1-1 0 0,1-1 0 0 0,-1 1 0 0 0,0-1 1 0 0,0 0-1 0 0,15-30 12 0 0,-14 29-11 0 0,0-1 1 0 0,1 1-1 0 0,-1-1 0 0 0,0 0 0 0 0,0 1 0 0 0,0-1 1 0 0,0 0-1 0 0,-1 0 0 0 0,1 0 0 0 0,-1-4 1 0 0,1 0-1 0 0,0 0 1 0 0,0 0-1 0 0,1 0 1 0 0,2-7-1 0 0,0-2-1 0 0,-3 4-1 0 0,39 155-231 0 0,-26-74 186 0 0,11 37-36 0 0,-20-88 59 0 0,0 2-9 0 0,2 0 0 0 0,0 0-1 0 0,15 30 1 0 0,-17-44 1 0 0,0 1-1 0 0,0-1 0 0 0,0 0 1 0 0,1 0-1 0 0,10 7 1 0 0,-14-11 33 0 0,12 7-192 0 0,-14-9 186 0 0,1 1 0 0 0,-1-1 0 0 0,1 0 0 0 0,-1 0 0 0 0,1 0 0 0 0,-1 0 0 0 0,1 0 0 0 0,-1-1 0 0 0,1 1 0 0 0,-1 0 0 0 0,1 0-1 0 0,-1 0 1 0 0,1 0 0 0 0,-1 0 0 0 0,1-1 0 0 0,-1 1 0 0 0,1 0 0 0 0,-1-1 0 0 0,1 1 0 0 0,-1 0 0 0 0,0 0 0 0 0,1-1 0 0 0,-1 1 0 0 0,0-1 0 0 0,1 1 0 0 0,-1 0 0 0 0,0-1 0 0 0,1 1 0 0 0,-1-1-1 0 0,1 0 1 0 0,3-10-16 0 0,1 1-1 0 0,-1-1 1 0 0,-1 0-1 0 0,0 0 0 0 0,-1 0 1 0 0,3-22-1 0 0,-4 26 13 0 0,6-82-145 0 0,-3-99 0 0 0,-4 151 97 0 0,-5-20-84 0 0,5 54 120 0 0,0-5-303 0 0,1 27 306 0 0,2 0 0 0 0,0-1 0 0 0,1 1 0 0 0,1-1-1 0 0,11 27 1 0 0,6 27-27 0 0,-20-65 40 0 0,-2-6 3 0 0,0 1 0 0 0,0-1-1 0 0,0 0 1 0 0,1 1 0 0 0,-1-1 0 0 0,0 0-1 0 0,1 0 1 0 0,-1 1 0 0 0,1-1 0 0 0,0 0 0 0 0,-1 0-1 0 0,1 0 1 0 0,0 0 0 0 0,0 0 0 0 0,2 2-1 0 0,2 4-4 0 0,0 0 0 0 0,0 0 0 0 0,4 9 0 0 0,-8-15 4 0 0,0 0 0 0 0,0 0-1 0 0,0 0 1 0 0,0 0 0 0 0,0 0-1 0 0,1-1 1 0 0,-1 1-1 0 0,0 0 1 0 0,0-1 0 0 0,0 1-1 0 0,1-1 1 0 0,-1 1-1 0 0,0-1 1 0 0,3 1 0 0 0,-2-1-3 0 0,-1 0 5 0 0,-1 1-1 0 0,1-1 1 0 0,-1 0-1 0 0,0 0 1 0 0,1 0-1 0 0,-1 0 1 0 0,1 0-1 0 0,-1 0 1 0 0,0 0-1 0 0,1 0 1 0 0,-1 0-1 0 0,1-1 1 0 0,-1 1-1 0 0,0 0 1 0 0,1 0-1 0 0,-1 0 1 0 0,1 0-1 0 0,-1 0 1 0 0,0-1-1 0 0,1 1 1 0 0,-1 0-1 0 0,0 0 1 0 0,1-1-1 0 0,-1 1 1 0 0,6-4-12 0 0,4-3 4 0 0,-5-1 7 0 0,1 0-1 0 0,-1 1 0 0 0,0-2 1 0 0,0 1-1 0 0,-1-1 0 0 0,0 1 0 0 0,-1-1 1 0 0,4-14-1 0 0,0-7-9 0 0,3-40-1 0 0,5-21 2 0 0,-9 59 6 0 0,15-53-9 0 0,-17 77 8 0 0,-4 8 5 0 0,0-1 0 0 0,1 1 0 0 0,-1 0-1 0 0,1-1 1 0 0,0 1 0 0 0,-1 0 0 0 0,1 0 0 0 0,-1 0 0 0 0,1 0 0 0 0,-1-1 0 0 0,1 1 0 0 0,-1 0 0 0 0,1 0 0 0 0,0 0 0 0 0,-1 0 0 0 0,1 0 0 0 0,0 1-1 0 0,1-1 1 0 0,0 1 0 0 0,0 0 0 0 0,0 0 0 0 0,-1 0 0 0 0,1 1 0 0 0,-1-1 0 0 0,1 0 0 0 0,-1 0 0 0 0,1 1 0 0 0,-1-1 0 0 0,1 1 0 0 0,-1 0 0 0 0,0-1 0 0 0,0 1 0 0 0,1 2 0 0 0,14 32 0 0 0,35 135-30 0 0,-40-120 19 0 0,-7-39 6 0 0,-3-1 2 0 0,-1-7-2 0 0,-10-223 90 0 0,5 105 26 0 0,5 103-79 0 0,0 0 0 0 0,2-19 1 0 0,1-4 42 0 0,-3 32-60 0 0,1 0 1 0 0,-1 0-1 0 0,1 0 1 0 0,0 0 0 0 0,-1 0-1 0 0,1 0 1 0 0,0 0-1 0 0,2-3 1 0 0,0 1 13 0 0,-2 2 51 0 0,4 0-28 0 0,-5 2-49 0 0,0-1 0 0 0,0 1 1 0 0,1 0-1 0 0,-1-1 0 0 0,0 1 1 0 0,1 0-1 0 0,-1 0 1 0 0,0 0-1 0 0,1-1 0 0 0,-1 1 1 0 0,1 0-1 0 0,-1 0 0 0 0,0 0 1 0 0,1 0-1 0 0,-1-1 0 0 0,1 1 1 0 0,-1 0-1 0 0,0 0 0 0 0,1 0 1 0 0,-1 0-1 0 0,1 0 0 0 0,4 0 6 0 0,-1 0 0 0 0,0 0 0 0 0,0 1 0 0 0,1 0 0 0 0,-1-1 0 0 0,0 1 0 0 0,0 1 0 0 0,0-1 0 0 0,0 0-1 0 0,6 4 1 0 0,-6-2-5 0 0,1 0 0 0 0,-1 1 0 0 0,0-1-1 0 0,0 1 1 0 0,0 0 0 0 0,-1 0 0 0 0,7 9-1 0 0,18 32 11 0 0,-1 0-1 0 0,20 50 0 0 0,-44-88-13 0 0,1 2 0 0 0,-1-1 0 0 0,2 0 0 0 0,-1 0 0 0 0,1-1 0 0 0,0 1 0 0 0,1-1 0 0 0,0 0 0 0 0,0-1 0 0 0,0 1 0 0 0,1-1 0 0 0,0 0 0 0 0,10 5 0 0 0,-3-1 0 0 0,1-3 0 0 0,-3-2 0 0 0,0-2 0 0 0,-1-6 0 0 0,14-5 0 0 0,-13 1 0 0 0,-7 2 0 0 0,-1 1 0 0 0,0-1 0 0 0,-1 1 0 0 0,1-1 0 0 0,-1-1 0 0 0,0 1 0 0 0,0 0 0 0 0,3-9 0 0 0,0-5 0 0 0,5-25 0 0 0,-10 41 0 0 0,3-10 0 0 0,1-3 0 0 0,0 1 0 0 0,-2 3 0 0 0,-3-17-17 0 0,0 27 10 0 0,-1 4-9 0 0,-1 1 12 0 0,0 0 0 0 0,0 0 1 0 0,0 0-1 0 0,1 1 0 0 0,0-1 0 0 0,-1 0 0 0 0,1 1 0 0 0,-1 5 0 0 0,-3 34-9 0 0,3-19 7 0 0,-7 88-10 0 0,-1-50 6 0 0,7-44 5 0 0,1-12 3 0 0,1 1 0 0 0,0-1-1 0 0,0 0 1 0 0,1 1 0 0 0,0-1-1 0 0,0 7 1 0 0,0-12 0 0 0,-1-7 3 0 0,2-13 11 0 0,2-10-7 0 0,-1-1 1 0 0,-3-42 0 0 0,-1 17 3 0 0,8-51 55 0 0,-4 101-54 0 0,7-13 8 0 0,-10 14-16 0 0,0 2 0 0 0,1 0 126 0 0,2 5-121 0 0,6 18-5 0 0,-1 0 0 0 0,-1 0 0 0 0,-1 0 0 0 0,3 31-1 0 0,-3-15-21 0 0,-2 43 0 0 0,-3-78 11 0 0,0 11-39 0 0,0-12 44 0 0,0-1 0 0 0,0 1 0 0 0,0-1 0 0 0,1 1 0 0 0,-1 0 1 0 0,0-1-1 0 0,0 1 0 0 0,0-1 0 0 0,0 1 0 0 0,0-1 0 0 0,1 1 0 0 0,-1-1 0 0 0,0 1 0 0 0,0-1 0 0 0,1 1 0 0 0,-1-1 0 0 0,0 0 0 0 0,1 1 1 0 0,-1-1-1 0 0,1 1 0 0 0,-1-1 0 0 0,0 0 0 0 0,1 1 0 0 0,-1-1 0 0 0,2 1 0 0 0,-1-1 0 0 0,0 0 0 0 0,0 1 0 0 0,1-1 0 0 0,-1 0 0 0 0,0 0 0 0 0,0 0 0 0 0,1 1 0 0 0,-1-1 0 0 0,0-1 0 0 0,1 1 0 0 0,1 0 0 0 0,-1-1-2 0 0,1 1 1 0 0,0-1-1 0 0,0 0 0 0 0,0 0 1 0 0,-1 0-1 0 0,1-1 1 0 0,-1 1-1 0 0,1 0 1 0 0,-1-1-1 0 0,1 0 1 0 0,-1 1-1 0 0,2-3 0 0 0,19-23-54 0 0,-22 24 23 0 0,1 1-10 0 0,3-6 2 0 0,-4 7 9 0 0,0-1 0 0 0,15-17-160 0 0,-14 17 143 0 0,-3 13-578 0 0,-10 24 522 0 0,-7 59-71 0 0,18-92 175 0 0,0 1 0 0 0,0-1 1 0 0,0 1-1 0 0,0-1 0 0 0,1 1 0 0 0,-1-1 1 0 0,1 4-1 0 0,0-3 0 0 0,0 0 0 0 0,0 0 0 0 0,-1 0 0 0 0,0 0 1 0 0,0 0-1 0 0,0 6 0 0 0,-6 47-54 0 0,5-45 47 0 0,1 1 9 0 0,0-1 3 0 0,0 1 3 0 0,0-3 9 0 0,0-7 109 0 0,-2-2-97 0 0,-2 1-4 0 0,1 0 0 0 0,0 0 0 0 0,0 1 0 0 0,-1-1-1 0 0,1 1 1 0 0,0 0 0 0 0,0 0 0 0 0,0 0 0 0 0,1 0-1 0 0,-1 0 1 0 0,-4 5 0 0 0,-16 12 117 0 0,22-18-137 0 0,-7 4 62 0 0,0 0-1 0 0,0 0 1 0 0,-1-1 0 0 0,-9 4-1 0 0,13-7-39 0 0,1 0-1 0 0,-1 0 1 0 0,0-1-1 0 0,0 1 1 0 0,0-1-1 0 0,0 0 1 0 0,1 0-1 0 0,-7-2 1 0 0,-41-11 154 0 0,45 11-153 0 0,-34-8 62 0 0,28 7-28 0 0,1 0 0 0 0,-1 0 0 0 0,1-1-1 0 0,0-1 1 0 0,1 0 0 0 0,-18-10 0 0 0,15 5-12 0 0,-53-39 234 0 0,58 42-237 0 0,1-1 0 0 0,0 0 1 0 0,1-1-1 0 0,0 0 0 0 0,-9-13 0 0 0,14 18-29 0 0,-6-9 86 0 0,0 0 0 0 0,-9-24 0 0 0,10 22-32 0 0,5 12-50 0 0,1 1 39 0 0,-6-19 166 0 0,6 19-134 0 0,1 0-41 0 0,0 2-41 0 0,0-1 0 0 0,0 1 0 0 0,0 0 0 0 0,0 0 0 0 0,0 0-1 0 0,0 0 1 0 0,0-1 0 0 0,0 1 0 0 0,0 0 0 0 0,0 0 0 0 0,0 0 0 0 0,0 0 0 0 0,0-1 0 0 0,0 1-1 0 0,0 0 1 0 0,0 0 0 0 0,0 0 0 0 0,0 0 0 0 0,0 0 0 0 0,0-1 0 0 0,0 1 0 0 0,0 0 0 0 0,1 0-1 0 0,-1 0 1 0 0,0 0 0 0 0,0 0 0 0 0,0 0 0 0 0,0 0 0 0 0,0-1 0 0 0,0 1 0 0 0,1 0 0 0 0,-1 0-1 0 0,0 0 1 0 0,0 0 0 0 0,0 0 0 0 0,0 0 0 0 0,1 0 0 0 0,-1 0 0 0 0,0 0 0 0 0,0 0 0 0 0,0 0-1 0 0,0 0 1 0 0,0 0 0 0 0,1 0 0 0 0,-1 0 0 0 0,0 0 0 0 0,0 0 0 0 0,0 0 0 0 0,0 0 0 0 0,1 0-1 0 0,-1 0 1 0 0,0 0 0 0 0,0 0 0 0 0,0 0 0 0 0,0 0 0 0 0,0 0 0 0 0,1 0 0 0 0,-1 1 0 0 0,0-1-1 0 0,0 0 1 0 0,0 0 0 0 0,15 13 100 0 0,14 22-29 0 0,-22-27-62 0 0,-1 1 0 0 0,0 0 0 0 0,0 0 0 0 0,-1 1 0 0 0,0 0-1 0 0,0 0 1 0 0,-1 0 0 0 0,-1 0 0 0 0,0 1 0 0 0,4 20 0 0 0,-8-19-15 0 0,1 0 1 0 0,-2 0-1 0 0,0 0 0 0 0,0-1 0 0 0,-7 20 0 0 0,6-18 0 0 0,-1-2-2 0 0,1 0 0 0 0,-2 1 0 0 0,0-2-1 0 0,-10 18 1 0 0,-4 6-1 0 0,10-19 0 0 0,7-11 1 0 0,-8 2-6 0 0,0-1-5 0 0,-6 1 2 0 0,11-8 9 0 0,3 1 1 0 0,-5-1-3 0 0,0-1-1 0 0,1 0 1 0 0,0-1 0 0 0,0 1 0 0 0,0-1 0 0 0,-10-8-1 0 0,-29-33-13 0 0,34 32 11 0 0,-1 2 0 0 0,0-1 1 0 0,-14-9-1 0 0,-4-3-12 0 0,24 19 15 0 0,1 0 0 0 0,-1 0 0 0 0,-1 0 0 0 0,1 1 0 0 0,-1 0 0 0 0,-11-5 0 0 0,-9-1-11 0 0,18 6 10 0 0,0 0 0 0 0,0 1 0 0 0,-1 0 1 0 0,1 1-1 0 0,-1 0 0 0 0,-11-1 0 0 0,-11 1-1 0 0,16 1 3 0 0,1 0 0 0 0,0 0 0 0 0,0 2 0 0 0,-1 0 0 0 0,-25 5 0 0 0,14 1 1 0 0,-83 24-3 0 0,91-26 7 0 0,2 0 4 0 0,14-4 5 0 0,-1 0 0 0 0,0-1 0 0 0,1 1-1 0 0,-1-1 1 0 0,0 0 0 0 0,1 0-1 0 0,-7-1 1 0 0,-6 0 39 0 0,7 3-6 0 0,0 1-1 0 0,0-1 0 0 0,0 1 1 0 0,0 1-1 0 0,-12 6 0 0 0,19-9 1 0 0,-42 8 495 0 0,42-9-475 0 0,-19 13 124 0 0,19-12-163 0 0,0 0 1 0 0,-28 25 182 0 0,28-25-154 0 0,0 0-30 0 0,-17 0 79 0 0,17-1 44 0 0,5 0-134 0 0,23 0 2 0 0,98 4 27 0 0,-45-3-14 0 0,-43-2-24 0 0,-24 1-5 0 0,0-1-1 0 0,0-1 1 0 0,-1 0-1 0 0,1-1 0 0 0,15-5 1 0 0,0-2-39 0 0,29-15 0 0 0,9 1-256 0 0,-63 23 259 0 0,63 1-1627 0 0,-63 0 1606 0 0,-1 0-26 0 0,1 0 56 0 0,-1 0-1 0 0,1 0 1 0 0,-1 0 0 0 0,0 0-1 0 0,1 0 1 0 0,-1 1 0 0 0,1-1-1 0 0,-1 1 1 0 0,0-1-1 0 0,1 1 1 0 0,0 0 0 0 0,0 0 38 0 0,0 0-53 0 0,19 4-476 0 0,-19-5 462 0 0,-5 8-861 0 0,2-7 903 0 0,0 0-1 0 0,0 0 0 0 0,0 1 1 0 0,0-1-1 0 0,0 0 0 0 0,0 0 0 0 0,0 0 1 0 0,-1 0-1 0 0,1 0 0 0 0,0-1 0 0 0,-2 2 1 0 0,-28 14-98 0 0,21-11 93 0 0,-11 4-32 0 0,-26 9 0 0 0,29-13 38 0 0,0 2 1 0 0,-26 13-1 0 0,-3 7 12 0 0,3-3 0 0 0,-79 57-1 0 0,104-66 101 0 0,-31 18 0 0 0,41-27-64 0 0,-1-2 0 0 0,1 1 0 0 0,-1-1 0 0 0,0-1 0 0 0,1 0 0 0 0,-12 2 0 0 0,-16 5 336 0 0,33-8-312 0 0,0-1 0 0 0,0 0 0 0 0,0 0 0 0 0,-1 0 0 0 0,1 0 0 0 0,-6-1 0 0 0,8 0 100 0 0,-3 0-1 0 0,4 1-108 0 0,-1-1 0 0 0,1 0 0 0 0,-1 0 0 0 0,0 0 0 0 0,1 0 0 0 0,-1 0 0 0 0,1-1 0 0 0,-1 1 0 0 0,1 0 0 0 0,-3-1 0 0 0,4-1-32 0 0,0 0 0 0 0,-1 0-1 0 0,1 0 1 0 0,0 0-1 0 0,0 1 1 0 0,0-1-1 0 0,0 0 1 0 0,0 0-1 0 0,1 0 1 0 0,-1 0 0 0 0,1 1-1 0 0,-1-1 1 0 0,1 0-1 0 0,0-2 1 0 0,16-26 131 0 0,-7 13-86 0 0,-6 9-27 0 0,1 0 0 0 0,0 1 0 0 0,0 0 0 0 0,1-1 1 0 0,-1 2-1 0 0,2-1 0 0 0,-1 1 0 0 0,1 0 0 0 0,0 0 0 0 0,0 1 0 0 0,1-1 0 0 0,0 2 0 0 0,0-1 1 0 0,12-4-1 0 0,19-2 93 0 0,75-11 0 0 0,-83 20-47 0 0,48 1 1 0 0,-38 2-31 0 0,-26-1-34 0 0,1 2-1 0 0,-1 0 1 0 0,0 1-1 0 0,21 6 1 0 0,25 6-21 0 0,-47-13-1 0 0,2-1 2 0 0,-3-1-2 0 0,47 0-118 0 0,107 0-421 0 0,-160-1 517 0 0,-1 0-1 0 0,1-1 1 0 0,-1 0-1 0 0,0 0 1 0 0,11-5-1 0 0,-14 6 20 0 0,9-4-28 0 0,0-1 0 0 0,-1 1 0 0 0,0-2 1 0 0,0 0-1 0 0,10-8 0 0 0,-19 13 24 0 0,-2 2 11 0 0,1 0 1 0 0,-1 0-1 0 0,0 0 0 0 0,0 0 1 0 0,1 0-1 0 0,-1-1 0 0 0,0 1 1 0 0,1 0-1 0 0,-1 0 0 0 0,0 0 1 0 0,0 0-1 0 0,1-1 0 0 0,-1 1 1 0 0,0 0-1 0 0,0 0 0 0 0,0 0 1 0 0,1-1-1 0 0,-1 1 0 0 0,0 0 1 0 0,0 0-1 0 0,0-1 0 0 0,0 1 1 0 0,0 0-1 0 0,0-1 0 0 0,1 1 0 0 0,-1-1 1 0 0,0 1-1 0 0,0 0 0 0 0,0-1 1 0 0,0 1-1 0 0,0 0 0 0 0,0 0 0 0 0,0-1 0 0 0,1 1 1 0 0,-1 0-1 0 0,0 0 0 0 0,0-1 0 0 0,0 1 1 0 0,0 0-1 0 0,1 0 0 0 0,-1-1 0 0 0,0 1 1 0 0,0 0-1 0 0,1 0 0 0 0,-1 0 0 0 0,0 0 1 0 0,0-1-1 0 0,1 1 0 0 0,-1 0 0 0 0,0 0 1 0 0,0 0-1 0 0,1 0 0 0 0,-1 0 0 0 0,1-1-1 0 0,0 0 0 0 0,0 1 0 0 0,0-1-1 0 0,0 0 1 0 0,0 0 0 0 0,0 1 0 0 0,-1-1-1 0 0,1 0 1 0 0,1-2 0 0 0,0 1-8 0 0,0 0-6 0 0,5-5 8 0 0,-5 5 0 0 0,0 0-9 0 0,6-6 4 0 0,-6 6 3 0 0,0 0 2 0 0,1 0 5 0 0,1 0 2 0 0,6-17-20 0 0,0-2-32 0 0,-9 20 42 0 0,0 1-3 0 0,-1-1 13 0 0,0 1 0 0 0,1 0 1 0 0,-1 0-1 0 0,0 0 0 0 0,0 0 0 0 0,1 0 1 0 0,-1 0-1 0 0,0-1 0 0 0,0 1 0 0 0,1 0 1 0 0,-1 0-1 0 0,0 0 0 0 0,0 0 1 0 0,1-1-1 0 0,-1 1 0 0 0,0 0 0 0 0,0 0 1 0 0,0-1-1 0 0,0 1 0 0 0,1 0 0 0 0,-1 0 1 0 0,0-1-1 0 0,0 1 0 0 0,0 0 0 0 0,0-1 1 0 0,0 1-2 0 0,0-1 1 0 0,0 1 0 0 0,0 0-1 0 0,1-1 1 0 0,-1 1 0 0 0,0 0-1 0 0,0 0 1 0 0,0-1 0 0 0,0 1-1 0 0,0 0 1 0 0,1 0 0 0 0,-1-1-1 0 0,0 1 1 0 0,0 0 0 0 0,0 0-1 0 0,1 0 1 0 0,-1-1 0 0 0,0 1-1 0 0,0 0 1 0 0,1 0 0 0 0,-1 0-1 0 0,0 0 1 0 0,1-1 0 0 0,-1 1-1 0 0,0 0 1 0 0,1 0 0 0 0,0 0-2 0 0,0-1 1 0 0,0 0 0 0 0,0 1 0 0 0,-1-1-1 0 0,1 0 1 0 0,0 0 0 0 0,0 1-1 0 0,-1-1 1 0 0,1 0 0 0 0,0-1-1 0 0,1 0-13 0 0,0 0-8 0 0,4-4-4 0 0,-2 3 16 0 0,-1 0-1 0 0,0 0 1 0 0,0 0 0 0 0,0 0-1 0 0,0 0 1 0 0,-1-1 0 0 0,0 1-1 0 0,1-1 1 0 0,-1 0 0 0 0,0 1 0 0 0,-1-1-1 0 0,1 0 1 0 0,-1 0 0 0 0,1 0-1 0 0,0-7 1 0 0,6-193-75 0 0,-4 72 54 0 0,-4 121 28 0 0,0 1 2 0 0,0 7-2 0 0,0-17 5 0 0,0 19 16 0 0,1 1-13 0 0,0 1 0 0 0,0-1 0 0 0,0 1 0 0 0,0 0 0 0 0,0 0 0 0 0,0 0 0 0 0,0-1 0 0 0,0 1 0 0 0,1 2 0 0 0,13 12 28 0 0,0 0 0 0 0,-1 1 0 0 0,-1 0 0 0 0,0 1 0 0 0,20 38 0 0 0,45 114 277 0 0,-63-136-200 0 0,-14-31-63 0 0,-1 0-28 0 0,0 5-1 0 0,0-5 16 0 0,0 0-16 0 0,0-1-8 0 0,0-1 0 0 0,0 0-1 0 0,0 1 1 0 0,0-1-1 0 0,0 0 1 0 0,0 1-1 0 0,0-1 1 0 0,0 1-1 0 0,0-1 1 0 0,0 0 0 0 0,0 1-1 0 0,0-1 1 0 0,0 1-1 0 0,0-1 1 0 0,1 0-1 0 0,-1 1 1 0 0,0-1 0 0 0,0 0-1 0 0,1 1 1 0 0,-1-1-1 0 0,0 0 1 0 0,0 1-1 0 0,1-1 1 0 0,-1 0-1 0 0,0 0 1 0 0,0 1 0 0 0,1-1-1 0 0,-1 0 1 0 0,1 0-1 0 0,-1 0 1 0 0,0 1-1 0 0,1-1 1 0 0,-1 0-1 0 0,0 0 1 0 0,1 0 0 0 0,-1 0-1 0 0,1 0 1 0 0,-1 0-1 0 0,0 0 1 0 0,1 0-1 0 0,-1 0 1 0 0,1 0 0 0 0,-1 0-1 0 0,0 0 1 0 0,1 0-1 0 0,-1 0 1 0 0,1 0-1 0 0,-1 0 1 0 0,0 0-1 0 0,1 0 1 0 0,-1-1 0 0 0,0 1-1 0 0,1 0 1 0 0,-1 0-1 0 0,1-1 1 0 0,2 0-6 0 0,-1-1-1 0 0,0 1 1 0 0,1-1 0 0 0,-1 0-1 0 0,0 0 1 0 0,0 0 0 0 0,1 0-1 0 0,2-4 1 0 0,1-3 3 0 0,0 0 0 0 0,-1-1 1 0 0,6-12-1 0 0,16-51 17 0 0,-22 56-17 0 0,1 1-4 0 0,0 2-1 0 0,-1 2 0 0 0,-3 1 0 0 0,-2 0-1 0 0,0 1-6 0 0,0 8-1 0 0,7-1-203 0 0,-7 3 210 0 0,1 0 0 0 0,-1-1 1 0 0,0 1-1 0 0,0 0 0 0 0,1 0 1 0 0,-1 0-1 0 0,0-1 1 0 0,1 1-1 0 0,-1 0 0 0 0,0 0 1 0 0,1 0-1 0 0,-1 0 1 0 0,0-1-1 0 0,1 1 0 0 0,-1 0 1 0 0,0 0-1 0 0,1 0 1 0 0,-1 0-1 0 0,0 0 0 0 0,1 0 1 0 0,-1 0-1 0 0,0 0 1 0 0,1 0-1 0 0,-1 0 0 0 0,0 0 1 0 0,1 0-1 0 0,-1 1 1 0 0,0-1-1 0 0,1 0 0 0 0,0 0 1 0 0,42 21-83 0 0,-41-20 70 0 0,-1-1 1 0 0,-1 0 12 0 0,0 0-1 0 0,1 0 0 0 0,-1 1 0 0 0,0-1 1 0 0,0 0-1 0 0,1 0 0 0 0,-1 0 0 0 0,0 0 1 0 0,0 0-1 0 0,1 0 0 0 0,-1 1 0 0 0,0-1 1 0 0,0 0-1 0 0,0 0 0 0 0,1 0 1 0 0,-1 0-1 0 0,0 1 0 0 0,0-1 0 0 0,0 0 1 0 0,0 0-1 0 0,1 1 0 0 0,-1-1 0 0 0,0 0 1 0 0,0 1-1 0 0,8 7-9 0 0,14 5 0 0 0,-10-8 10 0 0,0-2 0 0 0,0-1 0 0 0,3-1 0 0 0,2-1 0 0 0,0-1 0 0 0,5-4 0 0 0,-20 3 0 0 0,1 1-1 0 0,0-2-4 0 0,10-11 0 0 0,5-10 0 0 0,-12 15-10 0 0,-1 0-1 0 0,0 0 0 0 0,0-1 1 0 0,-1 0-1 0 0,5-16 0 0 0,-6 16 6 0 0,-1 2-33 0 0,-1 0 1 0 0,0-1-1 0 0,-1 1 0 0 0,0 0 0 0 0,-1-13 0 0 0,-7-69-442 0 0,8 88 441 0 0,0 0-58 0 0,0-5 54 0 0,0 5 3 0 0,0 0-28 0 0,0-6 38 0 0,0 6-4 0 0,1 46-427 0 0,0-13 387 0 0,-6 54 0 0 0,2-57 79 0 0,2-1 0 0 0,2 30 0 0 0,0 15 0 0 0,-2 59 66 0 0,2-73-44 0 0,-1-56 2 0 0,0 0-6 0 0,0 5 3 0 0,0-5 6 0 0,0 0-13 0 0,0 8 1050 0 0,-1-9-1017 0 0,-1 1-34 0 0,1 1-1 0 0,-1-2 1 0 0,1 1 0 0 0,-1 0 0 0 0,0 0-1 0 0,0 0 1 0 0,0-1 0 0 0,0 1-1 0 0,0-1 1 0 0,0 0 0 0 0,-3 2-1 0 0,-31 12 57 0 0,29-12-33 0 0,-34 11 133 0 0,-72 13-1 0 0,40-10-2 0 0,21-5-89 0 0,-2 1 94 0 0,-71 26 0 0 0,45-11 29 0 0,73-25-180 0 0,2-2 4 0 0,1 1 0 0 0,0-1 1 0 0,-1 0-1 0 0,1 0 1 0 0,-1 0-1 0 0,-8 0 0 0 0,11-1-8 0 0,-7 0 128 0 0,29 3-135 0 0,23 3 13 0 0,40 0 3 0 0,45-11-38 0 0,-110 3 8 0 0,32 1 0 0 0,-11 1-12 0 0,-24-1-16 0 0,1-2 0 0 0,-1 0 0 0 0,1-1 0 0 0,-1 0 0 0 0,0-2-1 0 0,14-6 1 0 0,-25 10 24 0 0,-1 0 0 0 0,1 0-1 0 0,-1-1 1 0 0,1 1 0 0 0,-1-1-1 0 0,0 0 1 0 0,0 0 0 0 0,0 0-1 0 0,0 0 1 0 0,-1-1 0 0 0,1 1-1 0 0,-1-1 1 0 0,3-6 0 0 0,4-4-13 0 0,7-17-13 0 0,2-6-10 0 0,-12 26 37 0 0,0-1-1 0 0,0 0-4 0 0,2-1 10 0 0,8-13-4 0 0,20-44-1 0 0,-35 67 9 0 0,6-10-3 0 0,-1-1 0 0 0,-1 0 1 0 0,0-1-1 0 0,4-20 0 0 0,-3-16-6 0 0,-7 48 8 0 0,1 1-1 0 0,0-1 0 0 0,0 1 1 0 0,1-1-1 0 0,-1 1 0 0 0,0-1 1 0 0,1 1-1 0 0,1-5 0 0 0,0-7-7 0 0,-2 3 5 0 0,0 9-5 0 0,0 0-4 0 0,0-6 7 0 0,0 6-7 0 0,0 0-6 0 0,0-5 9 0 0,0 5-6 0 0,-2 4-193 0 0,-2 3 200 0 0,-1 1 0 0 0,0 0-1 0 0,1 0 1 0 0,0 0 0 0 0,0 1-1 0 0,1-1 1 0 0,-3 9-1 0 0,-10 17-13 0 0,5-14-6 0 0,6-12-1 0 0,1 1 0 0 0,0 0 1 0 0,-4 10-1 0 0,7-14 5 0 0,1-3 1 0 0,0 0 22 0 0,0 0 0 0 0,-1 0-1 0 0,1 0 1 0 0,0 0 0 0 0,-1 0 0 0 0,1 1 0 0 0,0-1 0 0 0,0 0 0 0 0,-1 0 0 0 0,1 0 0 0 0,0 0 0 0 0,0 1 0 0 0,0-1 0 0 0,-1 0 0 0 0,1 0 0 0 0,0 0 0 0 0,0 1 0 0 0,0-1 0 0 0,-1 0-1 0 0,1 1 1 0 0,0-1 0 0 0,0 0 0 0 0,0 0 0 0 0,0 1 0 0 0,0-1 0 0 0,0 1 0 0 0,0-1 0 0 0,0 0-1 0 0,-1 1 1 0 0,1-1 0 0 0,0 0-1 0 0,0 0 1 0 0,0 1 0 0 0,0-1-1 0 0,0 0 1 0 0,-1 0 0 0 0,1 1-1 0 0,0-1 1 0 0,0 0 0 0 0,0 0-1 0 0,-1 1 1 0 0,1-1 0 0 0,0 0 0 0 0,0 0-1 0 0,-1 0 1 0 0,1 0 0 0 0,0 1-1 0 0,0-1 1 0 0,-1 0 0 0 0,1 0-1 0 0,0 0 1 0 0,-1 0 0 0 0,-5 13-57 0 0,2-4 50 0 0,-1 5 2 0 0,3-12 6 0 0,1 0-1 0 0,0 0 1 0 0,0 0 0 0 0,0 1 0 0 0,0-1 0 0 0,1 0 0 0 0,-1 1 0 0 0,1-1-1 0 0,-1 5 1 0 0,0 5 0 0 0,-10 26 0 0 0,10-34 2 0 0,-1 1-1 0 0,1-1 1 0 0,-1 1-1 0 0,0-1 1 0 0,-4 8-1 0 0,3-8 0 0 0,2-2 15 0 0,0 0-3 0 0,-4 5-2 0 0,4-5 2 0 0,1-1-12 0 0,0-1-1 0 0,0 0 1 0 0,0 1-1 0 0,0-1 1 0 0,0 0-1 0 0,-1 0 1 0 0,1 1-1 0 0,0-1 1 0 0,0 0-1 0 0,0 1 1 0 0,0-1-1 0 0,0 0 1 0 0,-1 0-1 0 0,1 1 1 0 0,0-1-1 0 0,0 0 1 0 0,0 0-1 0 0,-1 1 1 0 0,1-1-1 0 0,0 0 1 0 0,0 0-1 0 0,-1 0 1 0 0,1 0-1 0 0,0 1 1 0 0,-1-1-1 0 0,1 0 1 0 0,-1 0-1 0 0,1 0 1 0 0,0 0-1 0 0,0 1 1 0 0,-1-1-1 0 0,1 0 1 0 0,0 0-1 0 0,0 0 1 0 0,-1 1-1 0 0,1-1 1 0 0,0 0-1 0 0,0 0 0 0 0,0 1 1 0 0,-1-1-1 0 0,1 0 1 0 0,0 0-1 0 0,0 1 1 0 0,0-1-1 0 0,0 0 1 0 0,0 1-1 0 0,0-1 1 0 0,-1 0-1 0 0,1 1 0 0 0,0-1 1 0 0,0 1 9 0 0,-2 0 4 0 0,2 0-16 0 0,-2 0 11 0 0,1 0 0 0 0,0 1-1 0 0,-1-1 1 0 0,1 0 0 0 0,0 1 0 0 0,0-1 0 0 0,0 1 0 0 0,0-1 0 0 0,0 1 0 0 0,0 0 0 0 0,-1 2-1 0 0,0-3 10 0 0,-7 2 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27:38.6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3803 190 6824 0 0,'-5'29'37'0'0,"4"-9"310"0"0,-3 19 141 0 0,4-32-467 0 0,0 4 6 0 0,1 1-1 0 0,2 16 1 0 0,-1-7-8 0 0,0 25 1 0 0,-2-30 2 0 0,0 0 1 0 0,2-1 0 0 0,-1 1-1 0 0,6 18 1 0 0,6 20 54 0 0,-9-35-29 0 0,11 35-1 0 0,2 1 17 0 0,-11-35 7 0 0,14 33 1 0 0,-9-25 16 0 0,10 39 0 0 0,-8-23-32 0 0,10 51 71 0 0,-6-24-12 0 0,0-16 529 0 0,-17-58-562 0 0,-4-356 612 0 0,-5 273-525 0 0,1 4-43 0 0,7 64-91 0 0,-1 1-1 0 0,-5-19 0 0 0,4 20 24 0 0,0 0 0 0 0,0-26-1 0 0,-3-42 807 0 0,6 86-819 0 0,3 51 42 0 0,15 79-1 0 0,-10-81-59 0 0,15 143 72 0 0,-19-140-68 0 0,3 76 50 0 0,-7-122-66 0 0,-1 0 0 0 0,-3 14 0 0 0,0 8 33 0 0,4-29-41 0 0,0 0 0 0 0,0-1-1 0 0,0 1 1 0 0,0-1 0 0 0,0 1 0 0 0,0-1-1 0 0,0 1 1 0 0,0 0 0 0 0,1-1 0 0 0,-1 1-1 0 0,0-1 1 0 0,0 1 0 0 0,1-1-1 0 0,-1 1 1 0 0,0-1 0 0 0,1 1 0 0 0,0 0 193 0 0,-6-14-173 0 0,1-1-1 0 0,0 0 1 0 0,1 1 0 0 0,0-2-1 0 0,1 1 1 0 0,1 0-1 0 0,0-16 1 0 0,-3-24 21 0 0,-1 19-13 0 0,1 13 17 0 0,0-33 0 0 0,-1-59 147 0 0,4 95-167 0 0,0 12-12 0 0,1 0-1 0 0,0 0 1 0 0,0 0 0 0 0,0 0 0 0 0,1 0 0 0 0,0 0-1 0 0,3-9 1 0 0,-3 12 6 0 0,0 0-1 0 0,-1 0 1 0 0,1 0 0 0 0,-1 0-1 0 0,0 0 1 0 0,0-4-1 0 0,-1-6 359 0 0,2 16-348 0 0,33 67 99 0 0,-24-39-112 0 0,-2 1 0 0 0,5 36 1 0 0,9 34 116 0 0,-19-88-91 0 0,-1 0 1 0 0,2 23-1 0 0,-2-11 55 0 0,-1-23 110 0 0,0-2-214 0 0,0 0 1 0 0,0-1-1 0 0,0 1 1 0 0,0-1-1 0 0,0 1 0 0 0,0-1 1 0 0,0 1-1 0 0,0-1 1 0 0,0 1-1 0 0,0-1 1 0 0,0 0-1 0 0,0 0 1 0 0,-1 1-1 0 0,1-1 1 0 0,0 0-1 0 0,0 0 1 0 0,-1 0-1 0 0,1 0 1 0 0,-1 0-1 0 0,1 0 1 0 0,-1 0-1 0 0,1 0 1 0 0,-1 0-1 0 0,1 0 1 0 0,-1 0-1 0 0,0 0 1 0 0,0 0-1 0 0,1 0 1 0 0,-1-3-1 0 0,37-236 18 0 0,-35 220-18 0 0,2-9 8 0 0,-1-54 0 0 0,-3-27 0 0 0,-1 105-8 0 0,3-4 0 0 0,2-5 0 0 0,-1-1 0 0 0,-2 14 4 0 0,-1 5 0 0 0,2 15 5 0 0,-1-2-2 0 0,28 180 11 0 0,-12-93-6 0 0,-9-36 2 0 0,-4 1-1 0 0,-3 71 0 0 0,1-101-8 0 0,-1-32-2 0 0,0 0 0 0 0,0 0 0 0 0,-1 0 0 0 0,0-1 0 0 0,-1 1 0 0 0,-1 11 0 0 0,1-17-2 0 0,1 0 1 0 0,0 1-1 0 0,0-1 1 0 0,0 0-1 0 0,0 1 1 0 0,0-1 0 0 0,0 1-1 0 0,0-1 1 0 0,0 0-1 0 0,0 1 1 0 0,0-1 0 0 0,1 1-1 0 0,-1-1 1 0 0,1 0-1 0 0,0 2 1 0 0,0-1 127 0 0,-11-14-65 0 0,8 9-59 0 0,1 0 1 0 0,0 1-1 0 0,0-2 0 0 0,0 1 1 0 0,0 0-1 0 0,0 0 0 0 0,0 0 0 0 0,0-6 1 0 0,0-3 1 0 0,-17-182 208 0 0,17 179-166 0 0,2 0 0 0 0,3-20 1 0 0,0-16 35 0 0,-3 33 93 0 0,6-30 1 0 0,-5 38-111 0 0,-2 9-34 0 0,1-1 0 0 0,-1 0 0 0 0,1 0 0 0 0,0 0 1 0 0,0 1-1 0 0,0-1 0 0 0,0 1 0 0 0,0-1 0 0 0,0 1 0 0 0,0-1 0 0 0,5-4 636 0 0,-6 8-595 0 0,3 55 129 0 0,11 67 0 0 0,0-12-56 0 0,-10 11 84 0 0,-4-112-189 0 0,0-9 10 0 0,-2 6 39 0 0,2-9-34 0 0,-3-10-47 0 0,-61-229 109 0 0,59 226-119 0 0,0 0-1 0 0,-1 1 1 0 0,-8-14-1 0 0,2 4-13 0 0,-16-44 0 0 0,27 64 6 0 0,0 0 0 0 0,0 0 0 0 0,-1 0 0 0 0,1 1 0 0 0,-1-1-1 0 0,1 1 1 0 0,-4-5 0 0 0,3 6-6 0 0,-23 2-99 0 0,16 7 95 0 0,1 1 0 0 0,0 0 0 0 0,0 1 0 0 0,-7 12 0 0 0,-24 44-25 0 0,2 18 17 0 0,27-57 9 0 0,-23 43 0 0 0,25-55 14 0 0,3-2 2 0 0,0-3 0 0 0,0-13 0 0 0,-1-9 0 0 0,-69-458 24 0 0,69 291-16 0 0,6 173-8 0 0,4-18 0 0 0,-3 9-1 0 0,0 2-6 0 0,8 54-9 0 0,-2 9 3 0 0,1 68-1 0 0,-6-62 8 0 0,-2 241-23 0 0,-19-2-11 0 0,18-277 37 0 0,-2 5-1 0 0,-1 0 0 0 0,-11 35 0 0 0,-2 13 0 0 0,11-45-3 0 0,4-21 6 0 0,-1 7-4 0 0,-7-53 3 0 0,-19-238 2 0 0,22 122 0 0 0,2 85 0 0 0,-7-62 2 0 0,2-18 70 0 0,10 149-50 0 0,0-3 303 0 0,0 13-344 0 0,-1 9 71 0 0,4 25 0 0 0,-2 7 9 0 0,-4 30 47 0 0,2-11 41 0 0,-3-1 0 0 0,-19 94 0 0 0,16-135-39 0 0,6-23-22 0 0,0 1-29 0 0,0 1 161 0 0,-9-128-119 0 0,2 45-58 0 0,-18-176 89 0 0,-16-50 11 0 0,41 296-137 0 0,1 5-1 0 0,-1-1-1 0 0,0 1 1 0 0,0 0-1 0 0,0 0 0 0 0,0 1 1 0 0,-3-6-1 0 0,0-1 16 0 0,2 18 7 0 0,0 2-27 0 0,-8 32 12 0 0,-6 67 1 0 0,-2 79 1 0 0,3-44 5 0 0,-31 175 53 0 0,37-276-32 0 0,9-41-32 0 0,0-1-6 0 0,0-1-1 0 0,0 0 0 0 0,0 0 0 0 0,0 0 1 0 0,0 1-1 0 0,0-1 0 0 0,0 0 0 0 0,0 0 1 0 0,0 0-1 0 0,0 1 0 0 0,0-1 1 0 0,-1 0-1 0 0,1 0 0 0 0,0 0 0 0 0,0 0 1 0 0,0 1-1 0 0,0-1 0 0 0,0 0 0 0 0,-1 0 1 0 0,1 0-1 0 0,0 0 0 0 0,0 0 0 0 0,0 0 1 0 0,0 1-1 0 0,-1-1 0 0 0,1 0 0 0 0,0 0 1 0 0,0 0-1 0 0,0 0 0 0 0,-1 0 1 0 0,1 0-1 0 0,0 0 0 0 0,0 0 0 0 0,0 0 1 0 0,-1 0-1 0 0,1 0 0 0 0,0 0 0 0 0,0 0 1 0 0,-1 0-1 0 0,-3-10 15 0 0,-2-26-18 0 0,5 25 8 0 0,-26-276 34 0 0,13 118-23 0 0,13 113-17 0 0,0 52 0 0 0,-1 7 0 0 0,-2 8 0 0 0,-3 21 0 0 0,2 0 0 0 0,1 0 0 0 0,0 38 0 0 0,3-32 0 0 0,-1 104 0 0 0,-2 20 0 0 0,4-94 0 0 0,20-125 8 0 0,-13 18-5 0 0,-1 0-1 0 0,0-79 0 0 0,-3 45-1 0 0,5-56-1 0 0,5-87 0 0 0,-11 196 0 0 0,0 7 0 0 0,-1 1 0 0 0,0-1 0 0 0,-2-12 0 0 0,1 15 2 0 0,0 8 4 0 0,-1 5 1 0 0,-8 18-5 0 0,0 0-1 0 0,-8 34 1 0 0,-7 49 2 0 0,20-81-4 0 0,-24 129 18 0 0,-2 13 3 0 0,-17 67-2 0 0,24-96 6 0 0,21-132-14 0 0,-1 5-7 0 0,2-5 1 0 0,1 4-2 0 0,-1-61-5 0 0,1-46-6 0 0,0-120-25 0 0,-5 136 14 0 0,-1-27-15 0 0,1 3 8 0 0,0 28 2 0 0,5 53 13 0 0,1 16 2 0 0,-1 1 0 0 0,0-1 0 0 0,-1 1 0 0 0,-3-18 0 0 0,3 25 1 0 0,1 0 0 0 0,0-6-1 0 0,0 6-4 0 0,-11 10-22 0 0,9-3 34 0 0,0 0 0 0 0,0-1 0 0 0,0 1 0 0 0,1 0 0 0 0,-1 0 0 0 0,0 10 0 0 0,-4 9 1 0 0,3-11 0 0 0,-8 27 0 0 0,-10 64 0 0 0,18-71 0 0 0,-22 136 0 0 0,14-113 4 0 0,6-27 3 0 0,-1 0 1 0 0,-1-1-1 0 0,-15 38 1 0 0,21-64 0 0 0,1-6 4 0 0,-2-239-26 0 0,-2 115 6 0 0,-1 82 3 0 0,2 21 1 0 0,1 1 1 0 0,1-28-1 0 0,-1 48 4 0 0,-1 8 0 0 0,-3 6 0 0 0,1 2 1 0 0,1 0 1 0 0,-3 17-1 0 0,-1 2 3 0 0,-25 125 25 0 0,5-22 89 0 0,22-104-58 0 0,2-10 31 0 0,3-40-45 0 0,-1-93-43 0 0,3-101 2 0 0,-2 175-5 0 0,1 27 0 0 0,0 0 0 0 0,1-16 0 0 0,1 22 0 0 0,-2 4 0 0 0,1 0 0 0 0,-1 0 0 0 0,0 0 0 0 0,0 0 0 0 0,0 0 0 0 0,0 0 0 0 0,0 0 0 0 0,0 0 0 0 0,-1-2 0 0 0,0-11 0 0 0,-1 9 0 0 0,-1 9 0 0 0,-1 6 0 0 0,0 11 0 0 0,0-1 0 0 0,-2 28 0 0 0,0 3 2 0 0,0-11 5 0 0,2-1 0 0 0,1 41 0 0 0,-3 26 0 0 0,2-44-2 0 0,-7 34 16 0 0,1 16 10 0 0,9-91-15 0 0,-1-1 0 0 0,-1 1 0 0 0,-9 36 0 0 0,11-54-5 0 0,-1 1 13 0 0,-2 1-36 0 0,4-4 16 0 0,0 0-1 0 0,0 0 1 0 0,0 0 0 0 0,0 0-1 0 0,0 0 1 0 0,0 0-1 0 0,0 0 1 0 0,0 0 0 0 0,0 0-1 0 0,0 0 1 0 0,0 0 0 0 0,0 0-1 0 0,0 0 1 0 0,0 0-1 0 0,0 0 1 0 0,0 0 0 0 0,0-1-1 0 0,0 1 1 0 0,0 0-1 0 0,0 0 1 0 0,0 0 0 0 0,0 0-1 0 0,0 0 1 0 0,0 0-1 0 0,0 0 1 0 0,0 0 0 0 0,0 0-1 0 0,0 0 1 0 0,0 0 0 0 0,0 0-1 0 0,0 0 1 0 0,0 0-1 0 0,0 0 1 0 0,0 0 0 0 0,0 0-1 0 0,0 0 1 0 0,-1 0-1 0 0,1 0 1 0 0,0 0 0 0 0,0 0-1 0 0,0 0 1 0 0,0 0-1 0 0,0 0 1 0 0,0 0 0 0 0,0 0-1 0 0,0 0 1 0 0,0 0 0 0 0,0 0-1 0 0,0 0 1 0 0,0 0-1 0 0,0 0 1 0 0,0 0 0 0 0,0 0-1 0 0,0 0 1 0 0,0 0-1 0 0,0 0 1 0 0,0 0 0 0 0,-1 0-1 0 0,1 0 1 0 0,0 0-1 0 0,0 0 1 0 0,0 0 0 0 0,-10-222 32 0 0,3 100-34 0 0,4 65-1 0 0,-10-248 6 0 0,12 272-7 0 0,0-33 0 0 0,2 57 0 0 0,-1 2 0 0 0,0 0 0 0 0,0 0 0 0 0,0 0 0 0 0,-1 0 0 0 0,-3-12 0 0 0,0-5 0 0 0,3 15 2 0 0,1 7 12 0 0,0 5-4 0 0,0 13 10 0 0,2 26 0 0 0,0 2 4 0 0,-3 114 88 0 0,-24 177 0 0 0,21-310-80 0 0,1-1 100 0 0,-2 37 0 0 0,-3-103-92 0 0,-9-311-10 0 0,11 214-30 0 0,3 20-1 0 0,3 117-6 0 0,-1 9 6 0 0,0 0 0 0 0,-1 0 0 0 0,1-1 0 0 0,-1 1 0 0 0,-1-1 0 0 0,-2 8-1 0 0,-5 12 2 0 0,-20 108 0 0 0,20-81 0 0 0,-4 16-1 0 0,-24 132 10 0 0,20-118 0 0 0,6-34 1 0 0,9-36 2 0 0,-1 1-3 0 0,3-11 7 0 0,-1-6-9 0 0,0-1-6 0 0,-1-1 0 0 0,1 1 0 0 0,1 0 0 0 0,-1-1 0 0 0,1 1 0 0 0,0-1 0 0 0,-1-5 0 0 0,-3-39 5 0 0,3 30-4 0 0,-4-112-1 0 0,3 40 6 0 0,4-16-6 0 0,1 21 13 0 0,0 39-11 0 0,6-51 1 0 0,1 12 1 0 0,-9 72 0 0 0,0 0-4 0 0,0 4 1 0 0,0 8 4 0 0,-1 5 2 0 0,-11 48 18 0 0,-23 142-4 0 0,17-103-10 0 0,10-60-6 0 0,-4 45 0 0 0,-11 83 32 0 0,9-27 3 0 0,13-123-32 0 0,0 1 1 0 0,2 13-1 0 0,-1-8 20 0 0,0-12-21 0 0,0 0 0 0 0,0 6 0 0 0,0-6 2 0 0,-2-6 2 0 0,-1-6-12 0 0,0 0 1 0 0,1 0-1 0 0,0 0 1 0 0,-2-19-1 0 0,-3-130 0 0 0,2 41 0 0 0,6 27 0 0 0,1 37 0 0 0,1 16 0 0 0,-2 29 0 0 0,0 0 0 0 0,-1 1 0 0 0,0-15 0 0 0,0 11 0 0 0,1 7 0 0 0,0-1 0 0 0,0 0 0 0 0,-1 1 0 0 0,0-1 0 0 0,0-10 0 0 0,0 5 0 0 0,-1 8 0 0 0,-1 8 0 0 0,-1 10 0 0 0,-6 168 0 0 0,1-44 0 0 0,7-105 0 0 0,-4 14 0 0 0,5-38 2 0 0,-3-86 12 0 0,1-66-7 0 0,1 87-6 0 0,0 29 2 0 0,0 1-1 0 0,-6-31 0 0 0,-1 20 1 0 0,-9-61 10 0 0,0-8 19 0 0,17 102-23 0 0,0-4-1 0 0,0 6 24 0 0,-2 2-22 0 0,-2 5-6 0 0,0 0 0 0 0,0 1 1 0 0,0-1-1 0 0,1 1 1 0 0,0-1-1 0 0,-4 14 0 0 0,-4 10-4 0 0,1-8 3 0 0,2 1 0 0 0,-7 32-1 0 0,2-8-2 0 0,-30 110 8 0 0,20-77-8 0 0,22-72-4 0 0,0 0-7 0 0,-10 13 2 0 0,10-18 0 0 0,-1-1-4 0 0,-3 5 1 0 0,4-5-10 0 0,0-5-226 0 0,-27-157 141 0 0,14 68 69 0 0,1-48-17 0 0,8 47 17 0 0,-3 8 8 0 0,-6-56-22 0 0,13 114 28 0 0,-1 19 17 0 0,0 9 6 0 0,-2 8 1 0 0,1 9 0 0 0,0 1 0 0 0,0-1 0 0 0,2 1 0 0 0,1 30 0 0 0,1-11 0 0 0,4 239 0 0 0,2 136 0 0 0,-9-331 0 0 0,-2 57 0 0 0,2-88 0 0 0,-8 64 0 0 0,8-78 10 0 0,2-35 4 0 0,-2-5-11 0 0,1 1 0 0 0,-1-1-1 0 0,1 0 1 0 0,0 0 0 0 0,0 0-1 0 0,0-1 1 0 0,0 1 0 0 0,0 0-1 0 0,1 0 1 0 0,0 0-1 0 0,-1-1 1 0 0,1 1 0 0 0,1-5-1 0 0,-2-5 0 0 0,-34-472 46 0 0,28 353-31 0 0,4 49-2 0 0,1 16-3 0 0,7-82 0 0 0,-4 122-7 0 0,-1-16 9 0 0,0 41-6 0 0,0 13 6 0 0,9 100-14 0 0,-1-37 0 0 0,-8-65 0 0 0,4 36 0 0 0,-3 0 0 0 0,-6 77 0 0 0,4-116 0 0 0,-2 13 0 0 0,2-1 0 0 0,0 22 0 0 0,1-40 0 0 0,0 0 0 0 0,0 0 0 0 0,0 0 0 0 0,0 0 0 0 0,0 0 0 0 0,0 0 0 0 0,0 0 0 0 0,0 0 0 0 0,0 1 0 0 0,0-1 0 0 0,0 0 0 0 0,0 0 0 0 0,0 0 0 0 0,0 0 0 0 0,0 0 0 0 0,0 0 0 0 0,0 0 0 0 0,0 0 0 0 0,0 0 0 0 0,0 0 0 0 0,0 1 0 0 0,0-1 0 0 0,0 0 0 0 0,0 0 0 0 0,0 0 0 0 0,0 0 0 0 0,0 0 0 0 0,0 0 0 0 0,0 0 0 0 0,0 0 0 0 0,0 0 0 0 0,0 0 0 0 0,0 0 0 0 0,1 0 0 0 0,-1 0 0 0 0,0 0 0 0 0,0 1 0 0 0,0-1 0 0 0,0 0 0 0 0,0 0 0 0 0,0 0 0 0 0,0 0 0 0 0,0 0 0 0 0,0 0 0 0 0,0 0 0 0 0,0 0 0 0 0,1 0 0 0 0,-1 0 0 0 0,0 0 0 0 0,0 0 0 0 0,0 0 0 0 0,0 0 0 0 0,0 0 0 0 0,0 0 0 0 0,0 0 0 0 0,5-6 0 0 0,5-12 0 0 0,-5-3 0 0 0,0 0 0 0 0,-2 0 0 0 0,-1 0 0 0 0,0-36 0 0 0,0 13 2 0 0,2-95 18 0 0,-21-200 0 0 0,12 301-13 0 0,-1-24 34 0 0,6 60-27 0 0,-1 4-6 0 0,-3 6-3 0 0,1 1-1 0 0,0 0 1 0 0,0-1-1 0 0,1 1 1 0 0,1 1-1 0 0,-2 9 1 0 0,0 60-1 0 0,3-56 0 0 0,-44 756 108 0 0,21-609-72 0 0,21-159-35 0 0,0 0 0 0 0,-1 0 0 0 0,0 0-1 0 0,-7 13 1 0 0,0 4 11 0 0,3-15-5 0 0,6-11 1 0 0,-1 0-3 0 0,-6 4-1 0 0,8-6-7 0 0,-1 0-1 0 0,0 0 1 0 0,1 0-1 0 0,-1 0 1 0 0,1 0 0 0 0,-1 0-1 0 0,1 0 1 0 0,-1 0-1 0 0,1 0 1 0 0,-1 0-1 0 0,1 0 1 0 0,-1 0-1 0 0,1-1 1 0 0,-1 1-1 0 0,1 0 1 0 0,-1 0-1 0 0,1-1 1 0 0,-1 1-1 0 0,1 0 1 0 0,-1-1 0 0 0,1 1-1 0 0,0 0 1 0 0,-1-1-1 0 0,1 1 1 0 0,0-1-1 0 0,-1 0 1 0 0,0 0 0 0 0,-4-3 1 0 0,1-1-1 0 0,1 0 0 0 0,-1 0 1 0 0,1 0-1 0 0,-1 0 1 0 0,-3-10-1 0 0,-14-40 7 0 0,11 28 0 0 0,-7-26 5 0 0,-14-76 1 0 0,14 53-4 0 0,-24-122 15 0 0,30 146-13 0 0,-39-136 32 0 0,42 166-36 0 0,-17-60 32 0 0,24 80-34 0 0,1 0-1 0 0,0-1 1 0 0,-1 1-1 0 0,0 0 1 0 0,1 0-1 0 0,-1 0 1 0 0,0 1-1 0 0,0-1 0 0 0,-1-2 1 0 0,1 4-4 0 0,1 0-1 0 0,0 0 1 0 0,-1 1 0 0 0,1-1-1 0 0,0 0 1 0 0,0 0 0 0 0,-1 1 0 0 0,1-1-1 0 0,0 0 1 0 0,0 0 0 0 0,-1 1-1 0 0,1-1 1 0 0,0 0 0 0 0,0 1 0 0 0,0-1-1 0 0,0 0 1 0 0,0 1 0 0 0,-1-1-1 0 0,1 0 1 0 0,0 1 0 0 0,0-1-1 0 0,0 0 1 0 0,0 1 0 0 0,0 0 0 0 0,-1 3-13 0 0,-3 11 14 0 0,1 1-1 0 0,1 0 1 0 0,1 0 0 0 0,0 21-1 0 0,0-15 1 0 0,-1 343 12 0 0,3-193-2 0 0,-1-133 10 0 0,0-37-9 0 0,0-4-6 0 0,0-66 0 0 0,-1-182 22 0 0,2 187-27 0 0,0-18 3 0 0,-3 20-1 0 0,2 38-3 0 0,-4-37 0 0 0,1 23 6 0 0,0 26 0 0 0,3 9 18 0 0,-1 5-13 0 0,-6 27-8 0 0,2-1-1 0 0,1 1 1 0 0,2 0 0 0 0,1 46-1 0 0,-2 35 5 0 0,-4-8-1 0 0,-4 37 0 0 0,7-108 0 0 0,-2 1 0 0 0,-12 39 0 0 0,-3 19 19 0 0,20-86-22 0 0,-3 5-2 0 0,3-8-1 0 0,1-7 2 0 0,-15-100 5 0 0,-4-35-3 0 0,-14-124 5 0 0,4 41-5 0 0,19 141-6 0 0,-4-40 0 0 0,11 86 0 0 0,-2-31 0 0 0,5 54 0 0 0,-4 1 0 0 0,4 12 0 0 0,0 0 0 0 0,0 0 0 0 0,0 0 0 0 0,0 0 0 0 0,0 0 0 0 0,0 0 0 0 0,0 1 0 0 0,-1-1 0 0 0,1 0 0 0 0,0 0 0 0 0,0 0 0 0 0,0 0 0 0 0,0 0 0 0 0,0 0 0 0 0,0 0 0 0 0,0 0 0 0 0,0 0 0 0 0,-1 0 0 0 0,1 0 0 0 0,0 0 0 0 0,0 0 0 0 0,0 0 0 0 0,0 0 0 0 0,0 0 0 0 0,0 0 0 0 0,-1 0 0 0 0,1 0 0 0 0,0 0 0 0 0,0 0 0 0 0,0 0 0 0 0,0 0 0 0 0,0 0 0 0 0,0 0 0 0 0,-1 0 0 0 0,1 0 0 0 0,0 0 0 0 0,0 0 0 0 0,0 0 0 0 0,0 0 0 0 0,0 0 0 0 0,0 0 0 0 0,0 0 0 0 0,0 0 0 0 0,-1 0 0 0 0,1 0 0 0 0,0-1 0 0 0,0 1 0 0 0,0 0 0 0 0,0 0 0 0 0,-2 16 0 0 0,1-12 0 0 0,-1 24 0 0 0,2 0 0 0 0,0-1 0 0 0,7 47 0 0 0,0-6 0 0 0,0 66 0 0 0,5 69 0 0 0,-4 96 8 0 0,-23-73 1 0 0,14-211-8 0 0,1-11 0 0 0,-2 7 2 0 0,-10 34 6 0 0,11-44 0 0 0,-1-7-4 0 0,-3-17-1 0 0,-5-34-5 0 0,-53-489 33 0 0,41 351-24 0 0,21 172 2 0 0,1 21-4 0 0,-2 5 1 0 0,0 2-6 0 0,-1 0 0 0 0,1 0 0 0 0,0 0 1 0 0,1 0-1 0 0,-1 1 0 0 0,0 6 0 0 0,-6 38 2 0 0,8-46-3 0 0,-13 100 8 0 0,12-98-7 0 0,0-1 0 0 0,0 0 0 0 0,0-1 0 0 0,0 1 0 0 0,-1 0 0 0 0,0-1 0 0 0,0 0 0 0 0,-4 7 0 0 0,0 4 10 0 0,4-2-9 0 0,0-4 0 0 0,1-7 4 0 0,-1-5 2 0 0,-2-7-6 0 0,1 1-1 0 0,0-1 0 0 0,0 0 0 0 0,1-1 1 0 0,0 1-1 0 0,0-16 0 0 0,-5-20 5 0 0,0 7-5 0 0,4 21 2 0 0,0 1-1 0 0,-9-25 0 0 0,-12-39 9 0 0,20 70-3 0 0,1 9 4 0 0,3 2-12 0 0,-1 0 0 0 0,1 0 0 0 0,-1 0 1 0 0,0 0-1 0 0,1 0 0 0 0,-1 0 0 0 0,1 0 0 0 0,-1 1 1 0 0,1-1-1 0 0,-1 0 0 0 0,1 0 0 0 0,-1 1 1 0 0,1-1-1 0 0,-1 0 0 0 0,1 1 0 0 0,0-1 0 0 0,-2 1 1 0 0,-1 3-1 0 0,0 1 1 0 0,-1-1 0 0 0,1 1 0 0 0,1-1 0 0 0,-1 1 0 0 0,1 0 0 0 0,-2 6-1 0 0,-13 43 0 0 0,12-38 2 0 0,-5 31 6 0 0,1 2 0 0 0,-5 76 1 0 0,11-86-5 0 0,-2 5 1 0 0,-1 39 6 0 0,4-47-4 0 0,1-26-4 0 0,1 1 1 0 0,0-1-1 0 0,0 1 0 0 0,1 0 0 0 0,2 10 1 0 0,-3-8 1 0 0,-4 0-2 0 0,3-8 2 0 0,1 2-2 0 0,0-5 11 0 0,-6-125 2 0 0,3 95-9 0 0,-4-10 4 0 0,6 24-5 0 0,1 4 2 0 0,-1 10-7 0 0,1 0-1 0 0,-1 0 1 0 0,0 0-1 0 0,1 0 1 0 0,-1 0 0 0 0,1 1-1 0 0,-1-1 1 0 0,0 0-1 0 0,1 0 1 0 0,-1 1-1 0 0,1-1 1 0 0,-1 0-1 0 0,1 1 1 0 0,-1-1-1 0 0,0 1 1 0 0,1-1 0 0 0,-1 3-1 0 0,-1 0 1 0 0,1 1 0 0 0,0-1-1 0 0,0 0 1 0 0,1 0 0 0 0,-1 1-1 0 0,1-1 1 0 0,-1 0 0 0 0,1 5-1 0 0,-1 4 0 0 0,-2 8 0 0 0,1 1 0 0 0,1-1 0 0 0,2 33 0 0 0,0-26 0 0 0,-3 29 0 0 0,4-46 0 0 0,-1-10 0 0 0,-1 0 0 0 0,0 0 0 0 0,1 0 0 0 0,-1 0 0 0 0,1 0 0 0 0,-1 0 0 0 0,0 0 0 0 0,1 0 0 0 0,-1 0 0 0 0,0 0 0 0 0,1 0 0 0 0,-1 0 0 0 0,1 0 0 0 0,-1 0 0 0 0,0-1 0 0 0,1 1 0 0 0,-1 0 0 0 0,0 0 0 0 0,1 0 0 0 0,-1-1 0 0 0,0 1 0 0 0,1 0 0 0 0,-1-1 0 0 0,0 1 0 0 0,0 0 0 0 0,1-1 0 0 0,3-5 0 0 0,1 1 0 0 0,-2-1 0 0 0,1 0 0 0 0,0 0 0 0 0,-1 0 0 0 0,0 0 0 0 0,-1-1 0 0 0,4-12 0 0 0,8-58 0 0 0,-11 60 0 0 0,3-71 0 0 0,2-5 0 0 0,-3 31 0 0 0,1-4 0 0 0,-3 35 0 0 0,-3 23 0 0 0,1 1 0 0 0,0 0 0 0 0,0-1 0 0 0,4-13 0 0 0,-1 9 0 0 0,-4-2 0 0 0,0 4 2 0 0,-3 37 14 0 0,7 67 3 0 0,-2-19-9 0 0,-3 33-1 0 0,-1-42-2 0 0,-3 41 1 0 0,0-19 0 0 0,4-64-5 0 0,-6 28 1 0 0,-2 17 5 0 0,-2 9 3 0 0,11-75-1 0 0,-1 5-7 0 0,0-6 2 0 0,-4-16 2 0 0,3-23-6 0 0,-13-127 4 0 0,11 92-6 0 0,-23-177 0 0 0,13 126 0 0 0,-12-65 0 0 0,21 137 0 0 0,3 38 0 0 0,-2-1 0 0 0,1 7 0 0 0,-1 10 0 0 0,-2 12 0 0 0,-11 141 0 0 0,14-131 0 0 0,-6 26 0 0 0,1-9 0 0 0,-4 2 0 0 0,7-27 0 0 0,3-4 0 0 0,0-1 0 0 0,-2 0 0 0 0,0 0 0 0 0,2-9 0 0 0,0-8 0 0 0,-2-11 0 0 0,3 10 0 0 0,-5-82 0 0 0,2 60 0 0 0,4 15 0 0 0,0 1 0 0 0,-5 51 0 0 0,9 120 0 0 0,0-90 0 0 0,0 4 0 0 0,0 199 0 0 0,-9-243 0 0 0,3-25 0 0 0,0-12 0 0 0,-3-16 0 0 0,-27-196 0 0 0,-8-70 0 0 0,22 150 0 0 0,7 68 0 0 0,-13-74 0 0 0,16 89 10 0 0,4 44-5 0 0,-2 0-2 0 0,6 13-3 0 0,0 0 0 0 0,0 0 0 0 0,0 0 0 0 0,0 0 0 0 0,0 0 0 0 0,0 0 0 0 0,0 0 1 0 0,0 0-1 0 0,-1 0 0 0 0,1 0 0 0 0,0 0 0 0 0,0 0 0 0 0,0 0 0 0 0,0 1 0 0 0,0-1 1 0 0,0 0-1 0 0,0 0 0 0 0,0 0 0 0 0,0 0 0 0 0,0 0 0 0 0,0 0 0 0 0,0 0 0 0 0,0 0 1 0 0,0 0-1 0 0,0 0 0 0 0,-1 0 0 0 0,1 0 0 0 0,0 0 0 0 0,0 0 0 0 0,0 0 0 0 0,0 0 1 0 0,0 0-1 0 0,0 0 0 0 0,0 0 0 0 0,0 0 0 0 0,0 0 0 0 0,0-1 0 0 0,0 1 0 0 0,0 0 0 0 0,0 0 1 0 0,0 0-1 0 0,-1 0 0 0 0,1 0 0 0 0,0 0 0 0 0,0 0 0 0 0,0 0 0 0 0,0 0 0 0 0,0 0 1 0 0,0 0-1 0 0,0 0 0 0 0,0 0 0 0 0,0 0 0 0 0,0 0 0 0 0,0 0 0 0 0,-3 6 5 0 0,0 0 0 0 0,0 0-1 0 0,1 0 1 0 0,0 1 0 0 0,0 0 0 0 0,-1 11-1 0 0,-4 47-3 0 0,5-41 4 0 0,-3 186 10 0 0,16-1 3 0 0,0 61 22 0 0,-15-190-14 0 0,4-77-10 0 0,0-2 2 0 0,0 5-29 0 0,0-6 13 0 0,0 0-1 0 0,0 0 1 0 0,0 0-1 0 0,0 0 1 0 0,0 0-1 0 0,0 0 0 0 0,0 0 1 0 0,0 0-1 0 0,0 0 1 0 0,0-1-1 0 0,0 1 1 0 0,0 0-1 0 0,0 0 0 0 0,0 0 1 0 0,0 0-1 0 0,0 0 1 0 0,0 0-1 0 0,0 0 1 0 0,0 0-1 0 0,-1 0 1 0 0,1 0-1 0 0,0 0 0 0 0,0 0 1 0 0,0 0-1 0 0,0 0 1 0 0,0 0-1 0 0,0 0 1 0 0,0 0-1 0 0,0 0 1 0 0,0 0-1 0 0,0 0 0 0 0,0 0 1 0 0,0 0-1 0 0,0 0 1 0 0,0 0-1 0 0,0 0 1 0 0,0 0-1 0 0,-1 0 0 0 0,1 0 1 0 0,0 0-1 0 0,0 0 1 0 0,0 0-1 0 0,0 0 1 0 0,0 0-1 0 0,0 0 1 0 0,0 0-1 0 0,0 0 0 0 0,0 0 1 0 0,0 0-1 0 0,0 0 1 0 0,0 0-1 0 0,0 0 1 0 0,0 0-1 0 0,0 0 0 0 0,0 1 1 0 0,0-1-1 0 0,0 0 1 0 0,0 0-1 0 0,0 0 1 0 0,0 0-1 0 0,0 0 1 0 0,0 0-1 0 0,0 0 0 0 0,-1 0 1 0 0,1 0-1 0 0,-11-16 6 0 0,1-1-1 0 0,0-1 0 0 0,1 0 1 0 0,1 0-1 0 0,-10-32 0 0 0,-20-105 31 0 0,32 128-32 0 0,-25-95 24 0 0,-6-31 22 0 0,18 80-21 0 0,3 12 27 0 0,6 38-1 0 0,9 21-1 0 0,-1 3-45 0 0,0 0-8 0 0,1 0 0 0 0,-1 1 0 0 0,0-1 0 0 0,1 1 0 0 0,-1 0 0 0 0,1-1 0 0 0,0 1 0 0 0,0 0 1 0 0,-1 0-1 0 0,1 0 0 0 0,0 0 0 0 0,1 0 0 0 0,-1 0 0 0 0,0 0 0 0 0,1 0 0 0 0,-1 0 0 0 0,0 4 0 0 0,-4 41 15 0 0,5-45-16 0 0,-3 105 31 0 0,17 164 0 0 0,2-154-5 0 0,-15-104-21 0 0,-1 0 2 0 0,-2-5 36 0 0,-1-17-36 0 0,-3-24-12 0 0,-11-177 4 0 0,11 120 7 0 0,4 54-6 0 0,2 24 2 0 0,-1-1-1 0 0,-1 0 0 0 0,-4-20 1 0 0,5 29 2 0 0,1-4-2 0 0,0 6 11 0 0,-2 5-7 0 0,0 1-7 0 0,-1 1 0 0 0,1-1 1 0 0,0 1-1 0 0,1 0 0 0 0,-1-1 0 0 0,-1 11 1 0 0,-3 35 2 0 0,5-33 0 0 0,-4 73-2 0 0,-2 15 13 0 0,6-82-13 0 0,1 30 1 0 0,1-31-2 0 0,-4 37-1 0 0,-1-20 1 0 0,-4 32 0 0 0,8-59 0 0 0,-2-4 0 0 0,-5-18 0 0 0,0-6 0 0 0,0-1 0 0 0,1 0 0 0 0,1 0 0 0 0,1 0 0 0 0,0-1 0 0 0,-2-23 0 0 0,-6-30 0 0 0,3 34 0 0 0,-12-62 0 0 0,14 62 0 0 0,-19-62 0 0 0,18 72 0 0 0,-10-26 0 0 0,-3-14 0 0 0,-2-6-32 0 0,23 71 24 0 0,-2 7-16 0 0,-2 6 20 0 0,2 1 0 0 0,-1-1 0 0 0,1 0 0 0 0,1 1 0 0 0,0 0 0 0 0,1 12 0 0 0,7 76-5 0 0,-5-77 6 0 0,23 326-51 0 0,-15-276 32 0 0,-5-47 2 0 0,-2 0 1 0 0,0 49 0 0 0,-6-36-23 0 0,2-37 34 0 0,0 8-64 0 0,-5-21 67 0 0,2 1 0 0 0,-1 0-1 0 0,1-1 1 0 0,1 0-1 0 0,0 0 1 0 0,1 0 0 0 0,-3-23-1 0 0,0-1 1 0 0,-36-256-41 0 0,16 54-5 0 0,24 236 51 0 0,-1-44-34 0 0,2 36 23 0 0,0-1 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32:36.0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3552 212 1104 0 0,'-51'75'32'0'0,"8"-13"7"0"0,34-49-25 0 0,1 1-1 0 0,-12 26 1 0 0,12-24 5 0 0,-18 30 1 0 0,13-28 454 0 0,1 1 1 0 0,-14 30 0 0 0,23-43-231 0 0,0-1 1 0 0,0 1 0 0 0,-8 8 0 0 0,8-11-181 0 0,1-1 1 0 0,0 1-1 0 0,0 0 1 0 0,0 0-1 0 0,0 0 1 0 0,-28 42 5178 0 0,23-35-4589 0 0,4-7-596 0 0,2 0-11 0 0,0 1 0 0 0,0-1 0 0 0,0 1 1 0 0,0-1-1 0 0,0 1 0 0 0,0 5 0 0 0,-1 5 67 0 0,0 3 27 0 0,1 0-1 0 0,1 0 1 0 0,0 1 0 0 0,1-1 0 0 0,1 0 0 0 0,1 0-1 0 0,8 31 1 0 0,-8-38-87 0 0,1-1 0 0 0,1 1 0 0 0,6 11 0 0 0,5 10 289 0 0,-16-30-330 0 0,0-1 1 0 0,0 1-1 0 0,0-1 0 0 0,0 1 1 0 0,1-1-1 0 0,-1 1 0 0 0,0-1 1 0 0,0 1-1 0 0,1-1 0 0 0,-1 0 1 0 0,0 1-1 0 0,1-1 1 0 0,-1 0-1 0 0,0 1 0 0 0,1-1 1 0 0,-1 0-1 0 0,0 1 0 0 0,1-1 1 0 0,-1 0-1 0 0,1 0 0 0 0,-1 1 1 0 0,1-1-1 0 0,-1 0 3 0 0,1 0 0 0 0,-1 0-1 0 0,0 0 1 0 0,1 0 0 0 0,-1 1 0 0 0,0-1 0 0 0,0 0-1 0 0,0 0 1 0 0,1 0 0 0 0,-1 0 0 0 0,0 1-1 0 0,0-1 1 0 0,0 0 0 0 0,1 0 0 0 0,-1 0 0 0 0,0 1-1 0 0,0-1 1 0 0,0 0 0 0 0,0 0 0 0 0,0 1 0 0 0,1-1-1 0 0,-1 0 1 0 0,0 0 0 0 0,0 1 0 0 0,0-1-1 0 0,0 0 1 0 0,2 0 18 0 0,-1 0 1 0 0,1 0-1 0 0,0-1 0 0 0,-1 1 0 0 0,1-1 0 0 0,-1 1 1 0 0,1-1-1 0 0,-1 0 0 0 0,1 1 0 0 0,-1-1 0 0 0,1 0 1 0 0,-1 0-1 0 0,0 0 0 0 0,1 0 0 0 0,-1-1 1 0 0,0 1-1 0 0,0 0 0 0 0,0 0 0 0 0,0-1 0 0 0,0 1 1 0 0,0-1-1 0 0,0 1 0 0 0,0-2 0 0 0,3-6 58 0 0,0 0-1 0 0,5-18 1 0 0,-4 12-32 0 0,12-29 143 0 0,15-50 336 0 0,-26 72-371 0 0,1 0 0 0 0,10-23 1 0 0,-17 43-82 0 0,1 1 0 0 0,0 0 0 0 0,-1-1 0 0 0,1 1 0 0 0,0 0 1 0 0,0 0-1 0 0,-1 0 0 0 0,1 0 0 0 0,0 0 0 0 0,0 0 0 0 0,0 0 0 0 0,1 0 1 0 0,-1 0-1 0 0,0 0 0 0 0,0 0 0 0 0,0 1 0 0 0,1-1 0 0 0,1 0 0 0 0,-2 0-198 0 0,-1 1 113 0 0,0 0 0 0 0,0 0 1 0 0,1 0-1 0 0,-1 0 0 0 0,0 0 0 0 0,0 0 0 0 0,0 0 1 0 0,0 0-1 0 0,0 0 0 0 0,0 0 0 0 0,0 0 1 0 0,1 0-1 0 0,-1 0 0 0 0,0 0 0 0 0,0 0 1 0 0,0 0-1 0 0,0 0 0 0 0,0 0 0 0 0,0 0 0 0 0,1 0 1 0 0,-1 0-1 0 0,0 0 0 0 0,0 0 0 0 0,0 0 1 0 0,0 0-1 0 0,0 0 0 0 0,0 0 0 0 0,1 0 1 0 0,-1 0-1 0 0,0 0 0 0 0,0 1 0 0 0,0-1 0 0 0,0 0 1 0 0,0 0-1 0 0,0 0 0 0 0,0 0 0 0 0,0 0 1 0 0,0 0-1 0 0,1 0 0 0 0,5 7 114 0 0,2-1 1 0 0,-1 0-1 0 0,1 0 0 0 0,-1-1 1 0 0,2 0-1 0 0,-1 0 0 0 0,0-1 0 0 0,17 6 1 0 0,-19-9-60 0 0,0 1 1 0 0,0-1 0 0 0,1 0-1 0 0,-1 0 1 0 0,0 0 0 0 0,1-1-1 0 0,-1 0 1 0 0,0 0 0 0 0,1-1-1 0 0,-1 0 1 0 0,0 0 0 0 0,12-4-1 0 0,-8 1 5 0 0,1 0 0 0 0,-1-1 1 0 0,0-1-1 0 0,0 1 0 0 0,-1-1 0 0 0,13-11 0 0 0,-9 6 2 0 0,-1-1 0 0 0,0 0 0 0 0,-1-1 0 0 0,16-24 0 0 0,32-63 204 0 0,-30 49-195 0 0,-19 31-40 0 0,-1-1-1 0 0,-1 0 1 0 0,0-1-1 0 0,5-31 1 0 0,14-38 76 0 0,6 0 14 0 0,-30 85-102 0 0,0-1-1 0 0,0 2 1 0 0,1-1 0 0 0,-1 0 0 0 0,8-8 0 0 0,-9 12 44 0 0,8 124 18 0 0,-2-49-71 0 0,8 84 6 0 0,4 60 7 0 0,-3 7-1 0 0,-9-113-9 0 0,2 71 32 0 0,-8-164-40 0 0,-1-15-3 0 0,-1 0 0 0 0,1 0 0 0 0,-1 0-1 0 0,0 0 1 0 0,0 1 0 0 0,-1 3 0 0 0,1-5 42 0 0,0-4-43 0 0,-1 0-1 0 0,1 0 0 0 0,0 0 0 0 0,0 0 0 0 0,0 1 0 0 0,0-1 0 0 0,0 0 1 0 0,0-2-1 0 0,1-4 1 0 0,0-73 17 0 0,3-1-1 0 0,24-130 1 0 0,4 101-4 0 0,-31 108-15 0 0,0-1 1 0 0,0 1 0 0 0,0 0-1 0 0,0 0 1 0 0,0 0-1 0 0,1 0 1 0 0,0 0 0 0 0,2-4-1 0 0,17-30 7 0 0,-21 37-8 0 0,0-1 1 0 0,0 1-1 0 0,0-1 1 0 0,1 0-1 0 0,-1 1 1 0 0,0-1-1 0 0,1 0 0 0 0,-1 1 1 0 0,1-1-1 0 0,-1 1 1 0 0,1-1-1 0 0,-1 1 1 0 0,1-1-1 0 0,-1 1 0 0 0,1-1 1 0 0,-1 1-1 0 0,1-1 1 0 0,0 1-1 0 0,-1 0 1 0 0,1-1-1 0 0,0 1 0 0 0,-1 0 1 0 0,1-1-1 0 0,0 1 1 0 0,-1 0-1 0 0,1 0 1 0 0,0 0-1 0 0,0 0 0 0 0,-1 0 1 0 0,1 0-1 0 0,0 0 1 0 0,0 0-1 0 0,-1 0 1 0 0,2 0-1 0 0,-1 0 0 0 0,-1 0 0 0 0,1 0 0 0 0,-1 0 0 0 0,1 0 0 0 0,-1 0 0 0 0,1 0 0 0 0,-1 0 0 0 0,1 0 0 0 0,-1 0 0 0 0,1 0 0 0 0,-1 0 0 0 0,1 0 0 0 0,-1 0 1 0 0,1 0-1 0 0,-1 1 0 0 0,1-1 0 0 0,-1 0 0 0 0,1 0 0 0 0,-1 1 0 0 0,0-1 0 0 0,1 0 0 0 0,-1 0 0 0 0,1 1 0 0 0,-1-1 0 0 0,0 0 0 0 0,1 1 0 0 0,-1-1 0 0 0,0 1 0 0 0,0-1 0 0 0,1 0 0 0 0,-1 1 0 0 0,0-1 0 0 0,0 1 0 0 0,1-1 0 0 0,-1 1 0 0 0,0-1 0 0 0,0 1 0 0 0,0-1 0 0 0,0 2 0 0 0,0-1 0 0 0,5 10 0 0 0,-1 0 0 0 0,-1 1 0 0 0,0-1 0 0 0,0 1 0 0 0,-1 0 0 0 0,-1 0 0 0 0,0 0 0 0 0,0 0 0 0 0,-1 0 0 0 0,-1 0 0 0 0,-4 21 0 0 0,0 19 0 0 0,6-14 0 0 0,0-27 0 0 0,-1 0 0 0 0,0-1 0 0 0,-2 12 0 0 0,0-5 3 0 0,0 0-1 0 0,2 27 0 0 0,0-5 1 0 0,0-37 3 0 0,2-5 1 0 0,2-6-6 0 0,-1 0-1 0 0,1-1 1 0 0,-2 1-1 0 0,1-1 1 0 0,-1 0-1 0 0,-1 0 1 0 0,1-10-1 0 0,-3-75-3 0 0,0 12 2 0 0,1 72 0 0 0,-1-1-1 0 0,-2-14 1 0 0,-1-19-2 0 0,5 27-4 0 0,0 14 0 0 0,-1-1 0 0 0,1 0 0 0 0,-1 0 0 0 0,-1 0 0 0 0,1 0 0 0 0,-1 1 0 0 0,0-1 0 0 0,-2-7 0 0 0,3 9-2 0 0,-1 1-1 0 0,1 0 1 0 0,0 0 0 0 0,-1 0 0 0 0,1 0 0 0 0,0 0 0 0 0,1 0 0 0 0,-1-5 0 0 0,1-4-37 0 0,-1 9 20 0 0,5 11-614 0 0,-1-3 608 0 0,-2 0 0 0 0,1 0 0 0 0,-1 0 0 0 0,1 0 0 0 0,-2 1 0 0 0,1-1 0 0 0,-1 1-1 0 0,0-1 1 0 0,0 10 0 0 0,0 12-28 0 0,-4 31-1 0 0,2-40 30 0 0,-16 131-220 0 0,14-128 201 0 0,-10 31-1 0 0,-1 11-44 0 0,13-60 91 0 0,0 3-7 0 0,0 1 0 0 0,-1 0-1 0 0,0-1 1 0 0,0 1 0 0 0,-1-1 0 0 0,0 1 0 0 0,0-1 0 0 0,0 0 0 0 0,-1 0 0 0 0,-9 11 0 0 0,11-14 10 0 0,-4 5-6 0 0,-4-2 7 0 0,9-7 0 0 0,1 0 0 0 0,-1-1 1 0 0,0 1-1 0 0,0 0 0 0 0,0 0 1 0 0,0 0-1 0 0,0-1 0 0 0,1 1 1 0 0,-1 0-1 0 0,0-1 0 0 0,0 1 1 0 0,1-1-1 0 0,-1 1 0 0 0,0-1 0 0 0,1 1 1 0 0,-2-2-1 0 0,-3-3 1 0 0,-1 0 0 0 0,1-1 0 0 0,1 0 0 0 0,-1 0 0 0 0,1 0 0 0 0,0 0 0 0 0,1-1 0 0 0,0 0 0 0 0,0 1 0 0 0,-4-12 0 0 0,-1-11 12 0 0,-7-39 0 0 0,6 21-2 0 0,-15-54 14 0 0,21 90-18 0 0,-4-24 25 0 0,7 32-7 0 0,-2 6-17 0 0,-1 3-6 0 0,0 0-1 0 0,0 0 1 0 0,1 1-1 0 0,0 0 0 0 0,0-1 1 0 0,-1 8-1 0 0,-6 21 28 0 0,-3-6 4 0 0,7-18-18 0 0,1 0 1 0 0,-4 14 0 0 0,-10 24 108 0 0,17-46-91 0 0,0-1-11 0 0,0-2-13 0 0,1 0 1 0 0,0 1-1 0 0,0-1 0 0 0,0 0 1 0 0,0 1-1 0 0,-1-1 1 0 0,1 0-1 0 0,0 1 0 0 0,-1-1 1 0 0,1 0-1 0 0,0 1 1 0 0,0-1-1 0 0,-1 0 1 0 0,1 0-1 0 0,0 0 0 0 0,-1 1 1 0 0,1-1-1 0 0,-1 0 1 0 0,1 0-1 0 0,0 0 0 0 0,-1 0 1 0 0,1 0-1 0 0,0 0 1 0 0,-1 1-1 0 0,1-1 0 0 0,-1 0 1 0 0,1 0-1 0 0,0 0 1 0 0,-1-1-1 0 0,0 1-3 0 0,1-1-1 0 0,0 1 1 0 0,-1-1-1 0 0,1 1 1 0 0,0-1-1 0 0,0 1 1 0 0,-1-1-1 0 0,1 1 1 0 0,0-1-1 0 0,0 1 1 0 0,0-1-1 0 0,0 0 1 0 0,0 1-1 0 0,0-1 1 0 0,0 1-1 0 0,0-2 1 0 0,0-2 3 0 0,0-1 0 0 0,1 1 1 0 0,-1 0-1 0 0,1 0 0 0 0,2-7 1 0 0,6-13 38 0 0,-2-1 1 0 0,-1 0 0 0 0,-1 0-1 0 0,3-43 1 0 0,-4 26 1 0 0,-1 13-13 0 0,-3 0 1 0 0,-3-39-1 0 0,0-3 59 0 0,3 69-72 0 0,0 2-21 0 0,0-1 0 0 0,0 1 1 0 0,0-1-1 0 0,0 0 0 0 0,0 1 0 0 0,0-1 0 0 0,0 1 1 0 0,0-1-1 0 0,0 0 0 0 0,0 1 0 0 0,0-1 0 0 0,0 1 0 0 0,0-1 1 0 0,-1 1-1 0 0,1-1 0 0 0,0 1 0 0 0,-1-2 0 0 0,0 3-2 0 0,0-1 0 0 0,0 1 0 0 0,0-1 0 0 0,0 1 0 0 0,0-1 0 0 0,0 1-1 0 0,0 0 1 0 0,1-1 0 0 0,-1 1 0 0 0,0 0 0 0 0,0 0 0 0 0,1-1 0 0 0,-1 1-1 0 0,0 0 1 0 0,1 0 0 0 0,-1 0 0 0 0,0 1 0 0 0,-6 22 10 0 0,2-7-6 0 0,-18 69 14 0 0,4 2 0 0 0,-11 130-1 0 0,24-171-5 0 0,-2 0 0 0 0,-16 50 0 0 0,5-14 6 0 0,15-61-13 0 0,3-5 2 0 0,1-15-6 0 0,1 1-1 0 0,-2-1 1 0 0,1 1 0 0 0,0-1-1 0 0,0 1 1 0 0,-1-1-1 0 0,1 1 1 0 0,-1-1 0 0 0,-1 4-1 0 0,-2-1 6 0 0,2-16-6 0 0,-2-70-5 0 0,10-124 0 0 0,26-84-4 0 0,-29 264 6 0 0,2 1-1 0 0,13-43 0 0 0,-8 33 3 0 0,-2 0 0 0 0,4-36 0 0 0,-5 24 0 0 0,-6 41 0 0 0,1 0 0 0 0,-1 0 0 0 0,1 0 0 0 0,0 1 0 0 0,4-8 0 0 0,0-1 0 0 0,-5-1 0 0 0,-17 68 8 0 0,6-6 2 0 0,-3-1 0 0 0,-1 0-1 0 0,-3-1 1 0 0,-24 46-1 0 0,28-60 2 0 0,10-23-7 0 0,-1-1 1 0 0,1 0-1 0 0,-1 0 0 0 0,-7 10 0 0 0,5-11 6 0 0,1 1-1 0 0,1 1 1 0 0,0-1-1 0 0,-5 13 1 0 0,2-2 16 0 0,5-16-5 0 0,-4 2 12 0 0,3-2 63 0 0,1-12-48 0 0,3-10-34 0 0,1 1-1 0 0,5-20 1 0 0,0-10 3 0 0,-1 0-3 0 0,16-121 20 0 0,3-18 1 0 0,-7 40-16 0 0,4-16 31 0 0,-19 133 14 0 0,-3 30-63 0 0,0 0 1 0 0,0 0-1 0 0,0 0 0 0 0,0 0 1 0 0,0-1-1 0 0,0 1 1 0 0,0 0-1 0 0,0 0 1 0 0,0 0-1 0 0,0 0 0 0 0,0 0 1 0 0,0-1-1 0 0,0 1 1 0 0,0 0-1 0 0,0 0 0 0 0,0 0 1 0 0,0 0-1 0 0,-1 0 1 0 0,1-1-1 0 0,0 1 1 0 0,0 0-1 0 0,0 0 0 0 0,0 0 1 0 0,0 0-1 0 0,0 0 1 0 0,0 0-1 0 0,0 0 0 0 0,-1 0 1 0 0,1-1-1 0 0,0 1 1 0 0,0 0-1 0 0,0 0 1 0 0,0 0-1 0 0,0 0 0 0 0,-1 0 1 0 0,1 0-1 0 0,0 0 1 0 0,0 0-1 0 0,0 0 0 0 0,0 0 1 0 0,-1 0-1 0 0,-7 10 24 0 0,6-7-22 0 0,1-1 0 0 0,0 1 1 0 0,0-1-1 0 0,0 1 0 0 0,0 0 0 0 0,0-1 1 0 0,0 1-1 0 0,1 0 0 0 0,-1 5 1 0 0,-1 7 5 0 0,-16 74 26 0 0,-11 63 5 0 0,16-56 0 0 0,-9 71 35 0 0,-21 121 27 0 0,35-242-83 0 0,4-25-12 0 0,-40 202 85 0 0,-19-36 38 0 0,50-152-86 0 0,12-33-33 0 0,0 1 0 0 0,0-1 0 0 0,0 0 0 0 0,0 0 0 0 0,0 0 0 0 0,0 0 0 0 0,0 0 0 0 0,-1 0 0 0 0,1 0 0 0 0,-1 0 0 0 0,1 0 0 0 0,-1-1 0 0 0,-3 3 0 0 0,5-4-11 0 0,0 0 1 0 0,0 0-1 0 0,0 0 0 0 0,0 0 1 0 0,0 0-1 0 0,0 0 1 0 0,0 0-1 0 0,0 0 1 0 0,0 0-1 0 0,0 0 1 0 0,0 0-1 0 0,0 0 1 0 0,0 0-1 0 0,0 0 0 0 0,0 0 1 0 0,0-1-1 0 0,0 1 1 0 0,0 0-1 0 0,0 0 1 0 0,0 0-1 0 0,0 0 1 0 0,0 0-1 0 0,0 0 0 0 0,0 0 1 0 0,0 0-1 0 0,0 0 1 0 0,0 0-1 0 0,0 0 1 0 0,0 0-1 0 0,0 0 1 0 0,-1 0-1 0 0,1 0 1 0 0,0 0-1 0 0,0 0 0 0 0,0 0 1 0 0,0-1-1 0 0,0 1 1 0 0,0 0-1 0 0,0 0 1 0 0,0 0-1 0 0,0 0 1 0 0,0 0-1 0 0,0 0 1 0 0,0 0-1 0 0,0 0 0 0 0,0 0 1 0 0,0 0-1 0 0,0 0 1 0 0,0 0-1 0 0,-1 0 1 0 0,1 0-1 0 0,0 0 1 0 0,0 0-1 0 0,0 0 0 0 0,0 0 1 0 0,0 0-1 0 0,0 0 1 0 0,0 0-1 0 0,0 0 1 0 0,0 0-1 0 0,0 1 1 0 0,-6-94 72 0 0,6 60-67 0 0,6-162 21 0 0,-1 125-15 0 0,14-98 15 0 0,-5 91-22 0 0,10-49 6 0 0,6-28 5 0 0,-22 116-15 0 0,-7 28 1 0 0,1 0 0 0 0,0 0-1 0 0,7-18 1 0 0,-6 23-1 0 0,-3 4-1 0 0,1-1 0 0 0,0 1 1 0 0,-1-1-1 0 0,1 0 0 0 0,-1 1 0 0 0,0-1 1 0 0,1 0-1 0 0,-1 1 0 0 0,0-1 0 0 0,0 0 1 0 0,0 1-1 0 0,-1-3 0 0 0,3-10 12 0 0,-2 12-3 0 0,-1 4-1 0 0,-4 14-2 0 0,1 0-1 0 0,-3 23 0 0 0,-1 5-5 0 0,-32 103 16 0 0,28-107-2 0 0,4-15-5 0 0,-12 26-1 0 0,9-25 7 0 0,2 0-1 0 0,0 0 1 0 0,-4 30 0 0 0,4-34 15 0 0,8-20-6 0 0,1-1-6 0 0,0 7 2 0 0,0-6 8 0 0,2-5-15 0 0,3-5-4 0 0,-1-1 1 0 0,0 0-1 0 0,0 0 0 0 0,-1-1 0 0 0,3-11 1 0 0,8-54 5 0 0,-4 16-2 0 0,13-81 23 0 0,-4 23-12 0 0,-6 11-2 0 0,0 6-3 0 0,4-42 12 0 0,-16 136-29 0 0,0 0-1 0 0,-1-1 1 0 0,0-8 0 0 0,-1-17 24 0 0,-1 23-15 0 0,-2 11 0 0 0,-5 13-1 0 0,9-15-11 0 0,-20 46 6 0 0,-28 95-1 0 0,28-76-4 0 0,-6 20 3 0 0,12-34 10 0 0,-3 0 0 0 0,-41 85 0 0 0,-74 99 36 0 0,99-172-12 0 0,32-60-21 0 0,0-3-15 0 0,1 0 1 0 0,0 0-1 0 0,-1-1 0 0 0,1 1 0 0 0,-1 0 0 0 0,1 0 1 0 0,-1 0-1 0 0,1 0 0 0 0,0 0 0 0 0,-1 0 0 0 0,1-1 1 0 0,-1 1-1 0 0,1 0 0 0 0,0 0 0 0 0,-1 0 0 0 0,1-1 0 0 0,0 1 1 0 0,-1 0-1 0 0,1-1 0 0 0,0 1 0 0 0,-1 0 0 0 0,1-1 1 0 0,0 1-1 0 0,0 0 0 0 0,-1-1 0 0 0,1 1 0 0 0,0-1 0 0 0,-2-15 8 0 0,10-21-5 0 0,-7 35-2 0 0,22-113 20 0 0,-18 81-11 0 0,2 1 0 0 0,16-51 0 0 0,-17 67-5 0 0,-1-2 1 0 0,3-21-1 0 0,-5 23-1 0 0,1 0 0 0 0,9-25-1 0 0,-8 28-2 0 0,-3-2 3 0 0,-2 3-2 0 0,0 11 3 0 0,-8 17 1 0 0,3-7-6 0 0,-39 64-1 0 0,-42 101 0 0 0,2-4 0 0 0,1 5 0 0 0,58-116 0 0 0,9-21 0 0 0,10-21 0 0 0,-16 30 0 0 0,15-33 0 0 0,1 2 0 0 0,1-8 0 0 0,4-11 0 0 0,2-8 0 0 0,30-232 0 0 0,-14 141 0 0 0,-3 22 0 0 0,-6 39 0 0 0,-4 27 0 0 0,0-1 0 0 0,2-28 0 0 0,-6 30 0 0 0,0 3 3 0 0,0 9 18 0 0,-8 15-13 0 0,-5 8-4 0 0,2 2-1 0 0,-13 33 1 0 0,9-20 0 0 0,-56 179 21 0 0,54-166-6 0 0,11-33-7 0 0,1-1-1 0 0,0 1 0 0 0,-2 16 0 0 0,6-22 0 0 0,0-8 8 0 0,0 0-7 0 0,-5 4 16 0 0,9-12 26 0 0,12-21-16 0 0,9-53-13 0 0,-15 45-15 0 0,17-40 0 0 0,3-4 1 0 0,-20 53 2 0 0,0-1-1 0 0,18-32 1 0 0,-24 54-10 0 0,-1 1-2 0 0,1 0 1 0 0,0 0 0 0 0,0 0 0 0 0,6-6-1 0 0,1-2 4 0 0,2-2 3 0 0,0 4-1 0 0,-12 10-7 0 0,1 0 0 0 0,-1-1 0 0 0,1 1 0 0 0,-1 0 0 0 0,1 0 0 0 0,-1 0 0 0 0,1 0 0 0 0,-1 0 0 0 0,0 0 0 0 0,1 0 1 0 0,-1 0-1 0 0,1 0 0 0 0,-1 0 0 0 0,1 0 0 0 0,-1 0 0 0 0,1 0 0 0 0,-1 0 0 0 0,1 0 0 0 0,-1 0 0 0 0,0 1 0 0 0,1-1 0 0 0,-1 0 0 0 0,1 1 0 0 0,1 0 0 0 0,-1 0 0 0 0,0 0 0 0 0,0 0 0 0 0,1 1 0 0 0,-1-1 0 0 0,0 1 0 0 0,0-1 0 0 0,-1 1 0 0 0,1-1 0 0 0,0 1 0 0 0,0-1 0 0 0,-1 1 0 0 0,1 2 0 0 0,5 29 0 0 0,-3-15 0 0 0,6 42 0 0 0,2 69 0 0 0,-2-5 0 0 0,-4-88 0 0 0,-1-14 0 0 0,-2 0 0 0 0,0 26 0 0 0,-2-36 0 0 0,0-12 0 0 0,0 0 0 0 0,0 0 0 0 0,0 0 0 0 0,0 0 0 0 0,0 1 0 0 0,0-1 0 0 0,0 0 0 0 0,0 0 0 0 0,0 0 0 0 0,0 1 0 0 0,0-1 0 0 0,0 0 0 0 0,0 0 0 0 0,0 0 0 0 0,0 1 0 0 0,0-1 0 0 0,0 0 0 0 0,0 0 0 0 0,0 0 0 0 0,0 1 0 0 0,0-1 0 0 0,0 0 0 0 0,0 0 0 0 0,0 0 0 0 0,0 1 0 0 0,0-1 0 0 0,0 0 0 0 0,1 0 0 0 0,-1 0 0 0 0,0 0 0 0 0,0 1 0 0 0,0-1 0 0 0,0 0 0 0 0,0 0 0 0 0,1 0 0 0 0,-1 0 0 0 0,0 0 0 0 0,0 0 0 0 0,0 1 0 0 0,0-1 0 0 0,1 0 0 0 0,-1 0 0 0 0,0 0 0 0 0,0 0 0 0 0,0 0 0 0 0,1 0 0 0 0,-1 0 0 0 0,0 0 0 0 0,0 0 0 0 0,1 0 0 0 0,-1 0 0 0 0,0 0 0 0 0,0 0 0 0 0,0 0 0 0 0,1 0 0 0 0,5-5 0 0 0,-6 5 0 0 0,4-4 0 0 0,0 1 0 0 0,0-1 0 0 0,-1 0 0 0 0,1 0 0 0 0,-1 0 0 0 0,0 0 0 0 0,0-1 0 0 0,3-6 0 0 0,16-41 0 0 0,-9 17 0 0 0,51-136 8 0 0,-19 47-8 0 0,-36 103 0 0 0,17-27 0 0 0,-3 6 0 0 0,-16 30 0 0 0,2 0 0 0 0,-9 12 0 0 0,0 0 0 0 0,0 1 0 0 0,0-1 0 0 0,0 0 0 0 0,0 0 0 0 0,0 0 0 0 0,0 1 0 0 0,0-1 0 0 0,0 0 0 0 0,0 0 0 0 0,0 1 0 0 0,0-1 0 0 0,0 0 0 0 0,0 0 0 0 0,0 0 0 0 0,1 1 0 0 0,-1-1 0 0 0,0 0 0 0 0,0 0 0 0 0,0 0 0 0 0,0 1 0 0 0,0-1 0 0 0,0 0 0 0 0,1 0 0 0 0,-1 0 0 0 0,0 0 0 0 0,0 1 0 0 0,0-1 0 0 0,1 0 0 0 0,-1 0 0 0 0,0 0 0 0 0,0 0 0 0 0,0 0 0 0 0,1 0 0 0 0,-1 0 0 0 0,0 0 0 0 0,0 0 0 0 0,1 1 0 0 0,-1-1 0 0 0,0 0 0 0 0,0 0 0 0 0,1 0 0 0 0,-1 0 0 0 0,0 0 0 0 0,0-1 0 0 0,0 1 0 0 0,1 0 0 0 0,-1 0 0 0 0,0 0 0 0 0,0 0 0 0 0,1 0 0 0 0,-1 0 0 0 0,0 0 0 0 0,0 0 0 0 0,0 0 0 0 0,1-1 0 0 0,-1 1 0 0 0,0 0 0 0 0,0 0 0 0 0,0 0 0 0 0,1-1 0 0 0,4 93 0 0 0,1-3 0 0 0,-8-45 0 0 0,-16 83 0 0 0,16-117 0 0 0,-14 61 0 0 0,12-58 0 0 0,-1 0 2 0 0,3-8 3 0 0,-5 4-4 0 0,-2 1 1 0 0,5-8 3 0 0,4-1-5 0 0,-1-1 0 0 0,1 0 1 0 0,-1 0-1 0 0,1 0 0 0 0,-1 0 0 0 0,1 0 1 0 0,-1 0-1 0 0,1 0 0 0 0,-1 0 0 0 0,1 0 1 0 0,-1 0-1 0 0,1 0 0 0 0,-1 0 0 0 0,1 0 0 0 0,-1 0 1 0 0,0-1-1 0 0,-1-1 1 0 0,0 0 1 0 0,0 0-1 0 0,0-1 0 0 0,1 1 1 0 0,-1-1-1 0 0,1 0 0 0 0,-1 1 1 0 0,1-1-1 0 0,0 0 0 0 0,0 0 1 0 0,-1-4-1 0 0,-2-6 3 0 0,-40-106 5 0 0,35 94-6 0 0,-1 1 0 0 0,-25-44 0 0 0,21 43-2 0 0,4 7 1 0 0,-1 0 0 0 0,-1 0 1 0 0,-1 2-1 0 0,-25-27 0 0 0,27 32 0 0 0,-1 0-1 0 0,-1 1 1 0 0,1 1 0 0 0,-1-1-1 0 0,-1 2 1 0 0,-26-13-1 0 0,31 18 0 0 0,0 1-1 0 0,-1-1 1 0 0,1 1-1 0 0,0 1 1 0 0,-1 0 0 0 0,1 0-1 0 0,-1 1 1 0 0,1 0-1 0 0,-1 0 1 0 0,1 1-1 0 0,0 1 1 0 0,-1-1-1 0 0,1 2 1 0 0,0-1-1 0 0,-12 5 1 0 0,-8 6-1 0 0,1 1 0 0 0,0 1-1 0 0,-33 22 1 0 0,-58 40 0 0 0,30-12 0 0 0,-120 79 0 0 0,173-111 0 0 0,3-1 0 0 0,30-30 1 0 0,-20 17-2 0 0,14-9 16 0 0,5-8-11 0 0,0 2-3 0 0,-6 13 19 0 0,9-15-12 0 0,-1 1 7 0 0,2-3-13 0 0,0 0-1 0 0,0 1 1 0 0,-1-1 0 0 0,1 0 0 0 0,0 0-1 0 0,0 0 1 0 0,0 1 0 0 0,0-1 0 0 0,-1 0-1 0 0,1 1 1 0 0,0-1 0 0 0,0 0 0 0 0,0 0-1 0 0,0 1 1 0 0,0-1 0 0 0,0 0 0 0 0,0 1-1 0 0,0-1 1 0 0,0 0 0 0 0,0 0-1 0 0,0 1 1 0 0,0-1 0 0 0,0 0 0 0 0,0 1-1 0 0,0-1 1 0 0,0 0 0 0 0,0 1 0 0 0,0-1-1 0 0,0 0 1 0 0,0 0 0 0 0,0 1 0 0 0,1-1-1 0 0,3 2 5 0 0,0-1 1 0 0,0 0-1 0 0,1 0 0 0 0,-1 0 0 0 0,0 0 0 0 0,1-1 0 0 0,-1 0 0 0 0,0 0 0 0 0,1 0 1 0 0,-1 0-1 0 0,1-1 0 0 0,-1 0 0 0 0,5-1 0 0 0,6-2 18 0 0,0 0 1 0 0,24-10-1 0 0,-15 2-3 0 0,0 0 0 0 0,-1-1-1 0 0,-1-2 1 0 0,0 0 0 0 0,-1-1 0 0 0,0-1 0 0 0,-1-1-1 0 0,-1-1 1 0 0,23-30 0 0 0,-23 24 9 0 0,0-1 1 0 0,-2 0-1 0 0,-2-2 1 0 0,18-38-1 0 0,-20 31 29 0 0,-13 33-53 0 0,-2 0 1 0 0,-10-7-4 0 0,7 7-3 0 0,-1 1 1 0 0,1-1 0 0 0,0 1 0 0 0,-1 0 0 0 0,1 0-1 0 0,-1 1 1 0 0,1-1 0 0 0,-9 2 0 0 0,-45 5-2 0 0,45-4 1 0 0,-20 2 0 0 0,0 2 0 0 0,-55 18 0 0 0,67-16 0 0 0,-79 32 0 0 0,88-33 0 0 0,0 0 0 0 0,1 0 0 0 0,0 1-1 0 0,1 1 1 0 0,-18 15 0 0 0,3 1-6 0 0,11-11 6 0 0,1 0-1 0 0,-14 19 0 0 0,14-15-4 0 0,6-8 4 0 0,1-1 0 0 0,0 1-1 0 0,1 0 1 0 0,0 0 0 0 0,0 1 0 0 0,-7 21 0 0 0,6-5-1 0 0,-3 13-4 0 0,4-22 4 0 0,7-14 2 0 0,-1-1-1 0 0,1-2 1 0 0,-1-1-1 0 0,0 1 1 0 0,0-1 0 0 0,0 1-1 0 0,1 0 1 0 0,-1-1 0 0 0,0 1 0 0 0,1-1-1 0 0,-1 1 1 0 0,0 0 0 0 0,1-1-1 0 0,-1 1 1 0 0,1-1 0 0 0,-1 1-1 0 0,1-1 1 0 0,-1 0 0 0 0,1 1 0 0 0,-1-1-1 0 0,1 1 1 0 0,0-1 0 0 0,-1 0-1 0 0,1 0 1 0 0,0 1 0 0 0,0-1-1 0 0,6 3-1 0 0,1 0 1 0 0,-1-1 0 0 0,1 0-1 0 0,-1-1 1 0 0,1 1-1 0 0,0-1 1 0 0,14-1-1 0 0,-3 2-6 0 0,-4-2 7 0 0,-1 0 0 0 0,0 0 0 0 0,1-2 0 0 0,-1 0 0 0 0,22-5-1 0 0,-4-2 0 0 0,42-19-1 0 0,-47 14 0 0 0,0-1 0 0 0,0-1 0 0 0,-1-2 0 0 0,38-34 0 0 0,-45 36-1 0 0,0-2 0 0 0,-2 0-1 0 0,0-1 1 0 0,0-1 0 0 0,-2-1-1 0 0,-1 0 1 0 0,17-31 0 0 0,-16 27-19 0 0,-14 23 16 0 0,-1 2 7 0 0,0-1-1 0 0,0 1 1 0 0,0 0-1 0 0,0-1 1 0 0,0 1-1 0 0,0-1 1 0 0,0 1-1 0 0,0-1 1 0 0,0 1-1 0 0,0 0 1 0 0,0-1-1 0 0,0 1 1 0 0,0-1-1 0 0,0 1 1 0 0,-1 0-1 0 0,1-1 1 0 0,0 1-1 0 0,0-1 1 0 0,0 1-1 0 0,-1 0 1 0 0,1-1-1 0 0,0 1 1 0 0,0 0-1 0 0,-1-1 1 0 0,1 1-1 0 0,0 0 1 0 0,-1 0-1 0 0,1-1 1 0 0,0 1-1 0 0,-1 0 1 0 0,0 0-1 0 0,-9-8-5 0 0,5 7 4 0 0,-1 0 1 0 0,1 0 0 0 0,-1 0 0 0 0,1 1 0 0 0,-1 0 0 0 0,-6 0 0 0 0,-8 1-1 0 0,-18-1 2 0 0,1 1 0 0 0,-56 9 0 0 0,-40 19 0 0 0,93-20 0 0 0,-71 26 0 0 0,94-28 0 0 0,0 0 0 0 0,0 2 0 0 0,1 0 0 0 0,0 1 0 0 0,1 0 0 0 0,-21 18 0 0 0,31-23 1 0 0,1 0-1 0 0,-1 1 1 0 0,1-1-1 0 0,0 1 1 0 0,0 0-1 0 0,1 0 1 0 0,0 0-1 0 0,0 0 1 0 0,0 1-1 0 0,1-1 1 0 0,0 1-1 0 0,0 0 1 0 0,1-1-1 0 0,-1 1 1 0 0,2 0-1 0 0,-1 0 1 0 0,1 0-1 0 0,0 0 1 0 0,0 0-1 0 0,1 0 1 0 0,0 0-1 0 0,0 0 0 0 0,0 0 1 0 0,1-1-1 0 0,0 1 1 0 0,1-1-1 0 0,-1 1 1 0 0,1-1-1 0 0,7 10 1 0 0,12 16 7 0 0,48 54 1 0 0,-58-73-5 0 0,1 0 0 0 0,1-1 1 0 0,0-1-1 0 0,0 0 0 0 0,1-1 0 0 0,22 11 1 0 0,-28-17-4 0 0,1 0 1 0 0,0-1 0 0 0,0 0 0 0 0,0-1-1 0 0,0 0 1 0 0,1 0 0 0 0,-1-1 0 0 0,1 0-1 0 0,-1-1 1 0 0,16-2 0 0 0,-5 0 1 0 0,0-2 0 0 0,0-1 0 0 0,0-1 0 0 0,20-8 0 0 0,-31 9-2 0 0,-1 0 1 0 0,0 0-1 0 0,-1-1 0 0 0,1 0 0 0 0,12-12 0 0 0,-4 4 0 0 0,-9 6 0 0 0,0 0 1 0 0,-1 0-1 0 0,0-1 0 0 0,10-15 0 0 0,4-6 1 0 0,-13 17-1 0 0,0 0 1 0 0,-1-1-1 0 0,0 0 0 0 0,-1 0 0 0 0,5-17 0 0 0,1-1 0 0 0,1-15-1 0 0,-10 35 0 0 0,0 1 0 0 0,5-14 0 0 0,-5 22 0 0 0,-1-2 0 0 0,1-12 3 0 0,-3 3 9 0 0,0 3-3 0 0,-1 8-1 0 0,-3-5 0 0 0,1 5 0 0 0,-4-2 0 0 0,5 3 0 0 0,0 2 0 0 0,-6 0 2 0 0,6 0 3 0 0,0 0-4 0 0,-5 0-1 0 0,5 0 2 0 0,0 3 4 0 0,1 0-8 0 0,-1 0 0 0 0,1 0 0 0 0,-1 0 0 0 0,1 0-1 0 0,0 1 1 0 0,0-1 0 0 0,1 1 0 0 0,-1-1 0 0 0,0 6 0 0 0,1-2-1 0 0,1 1 0 0 0,0 0 0 0 0,2 11 0 0 0,5 9 10 0 0,0-2 0 0 0,2 0 0 0 0,23 44 0 0 0,-24-51-10 0 0,2 4 3 0 0,-5-8 4 0 0,2 0 0 0 0,9 14-1 0 0,-13-23-2 0 0,0-1-1 0 0,0 0 1 0 0,0 0 0 0 0,1-1-1 0 0,0 1 1 0 0,0-1-1 0 0,0 0 1 0 0,11 6-1 0 0,-5-4 2 0 0,-10-6-10 0 0,-1 1 1 0 0,1-1 0 0 0,0 0 0 0 0,-1 0 0 0 0,1 0 0 0 0,0 1 0 0 0,-1-1 0 0 0,1 0 0 0 0,0 0 0 0 0,0 0-1 0 0,-1 0 1 0 0,1 0 0 0 0,0 0 0 0 0,-1-1 0 0 0,1 1 0 0 0,0 0 0 0 0,0 0 0 0 0,-1 0 0 0 0,1-1 0 0 0,0 1-1 0 0,-1 0 1 0 0,2-1 0 0 0,-2 0 1 0 0,5 0 1 0 0,1-1-1 0 0,-1 1 1 0 0,0-2 0 0 0,-1 1-1 0 0,1 0 1 0 0,0-1 0 0 0,-1 0-1 0 0,1 0 1 0 0,-1-1-1 0 0,0 1 1 0 0,0-1 0 0 0,0 0-1 0 0,0 0 1 0 0,-1 0-1 0 0,0 0 1 0 0,0 0 0 0 0,0-1-1 0 0,0 0 1 0 0,-1 0 0 0 0,0 1-1 0 0,1-1 1 0 0,-2-1-1 0 0,1 1 1 0 0,1-6 0 0 0,1-7 2 0 0,0 1 0 0 0,-2 0 1 0 0,2-36-1 0 0,-5 31 0 0 0,0 0-1 0 0,-2 0 1 0 0,-7-28 0 0 0,8 39 0 0 0,1-3-4 0 0,-4 1-1 0 0,-1-3 0 0 0,-5 3 0 0 0,-10-6 0 0 0,14 15 0 0 0,0 0 0 0 0,-88-68 0 0 0,86 67 0 0 0,1 0 0 0 0,-1 1 0 0 0,0-1 0 0 0,-17-4 0 0 0,-5-2 0 0 0,12 4 1 0 0,0 1 0 0 0,0 0 0 0 0,-31-4 0 0 0,-61-2 4 0 0,102 12-4 0 0,-9 0 1 0 0,-1 0 0 0 0,1 2 0 0 0,0 0 0 0 0,-1 1 0 0 0,1 0 0 0 0,-22 9 0 0 0,30-8 1 0 0,0 0-1 0 0,0 1 1 0 0,0 0-1 0 0,1 0 0 0 0,0 1 1 0 0,0 0-1 0 0,-10 11 1 0 0,-52 55 25 0 0,71-71-28 0 0,-88 107 40 0 0,76-88-26 0 0,0 1-1 0 0,-12 31 1 0 0,5-9 0 0 0,-17 52 35 0 0,34-73-4 0 0,2-20-40 0 0,0 0 57 0 0,2-5-55 0 0,2-2-6 0 0,1-1 1 0 0,-2 0-1 0 0,1-1 1 0 0,-1 1-1 0 0,0-1 0 0 0,0 1 1 0 0,-1-1-1 0 0,2-8 1 0 0,11-60 11 0 0,-14 72-12 0 0,5-45 7 0 0,-2-1 0 0 0,-3-81 0 0 0,-2 118-6 0 0,0 0 0 0 0,-5-15 1 0 0,4 19-2 0 0,-2-5 4 0 0,-3 1-2 0 0,4 8 2 0 0,-7-2-4 0 0,-1 0-1 0 0,5 4 0 0 0,1-1 0 0 0,0 1 0 0 0,-1 0 0 0 0,1 1 0 0 0,-1-1 0 0 0,1 1 0 0 0,-1 0 0 0 0,0 1 0 0 0,0-1 0 0 0,1 1 0 0 0,-1 0 0 0 0,0 0 0 0 0,0 1 0 0 0,1 0 0 0 0,-1 0 0 0 0,-10 4 0 0 0,-2-1 0 0 0,7 0 0 0 0,0 0 0 0 0,0 0 0 0 0,1 1 0 0 0,-1 0 0 0 0,-11 9 0 0 0,-11 5 2 0 0,23-14 0 0 0,1 0 1 0 0,0 1-1 0 0,0 0 1 0 0,0 1-1 0 0,1-1 1 0 0,-1 2-1 0 0,2-1 1 0 0,-8 9-1 0 0,7-7-2 0 0,6-8 1 0 0,0 1-1 0 0,0 0 1 0 0,1 0-1 0 0,-1 0 1 0 0,0 0-1 0 0,1 1 1 0 0,0-1 0 0 0,-1 0-1 0 0,1 1 1 0 0,0-1-1 0 0,0 1 1 0 0,1-1-1 0 0,-1 1 1 0 0,-1 4-1 0 0,-6 21 7 0 0,7-15-6 0 0,9-1-1 0 0,6-2 0 0 0,-10-8 0 0 0,-1-1 0 0 0,0 0 0 0 0,1 0 0 0 0,-1 0 0 0 0,1-1 0 0 0,-1 1 0 0 0,1-1 0 0 0,-1 0 0 0 0,1 0 0 0 0,0 0 0 0 0,-1 0 0 0 0,1-1 0 0 0,-1 1 0 0 0,1-1 0 0 0,-1 0 0 0 0,1 0 0 0 0,-1 0 0 0 0,5-3 0 0 0,6-3 0 0 0,-1 0 0 0 0,0-1 0 0 0,12-10 0 0 0,-16 11 0 0 0,10-8 0 0 0,-1-1 0 0 0,0-1 0 0 0,-1-1 0 0 0,-1-1 0 0 0,-1 0 0 0 0,0-1 0 0 0,-2 0 0 0 0,19-38 0 0 0,-22 35 0 0 0,-1-1 0 0 0,0 0 0 0 0,6-35 0 0 0,-12 42-4 0 0,0 0 1 0 0,-1 1-1 0 0,0-1 0 0 0,-2-28 1 0 0,0 43-9 0 0,-1 2 2 0 0,1 0 10 0 0,0 0-1 0 0,0 0 1 0 0,-1 0 0 0 0,1 0-1 0 0,0 0 1 0 0,-1 0 0 0 0,1-1-1 0 0,0 1 1 0 0,0 0 0 0 0,-1 0-1 0 0,1 0 1 0 0,0 0 0 0 0,0-1 0 0 0,0 1-1 0 0,-1 0 1 0 0,1 0 0 0 0,0 0-1 0 0,0-1 1 0 0,0 1 0 0 0,0 0-1 0 0,-1 0 1 0 0,1-1 0 0 0,0 1-1 0 0,0 0 1 0 0,0-1 0 0 0,-1 0-1 0 0,1 1 1 0 0,0-1-1 0 0,-1 1 1 0 0,1-1 0 0 0,0 1-1 0 0,-1-1 1 0 0,1 1-1 0 0,-1-1 1 0 0,1 1 0 0 0,-1-1-1 0 0,1 1 1 0 0,-1 0-1 0 0,0-1 1 0 0,0 1 0 0 0,-2-1-2 0 0,-1 0 0 0 0,1 0 0 0 0,-1 0 1 0 0,1 0-1 0 0,-1 1 0 0 0,0 0 0 0 0,1 0 1 0 0,-1 0-1 0 0,1 0 0 0 0,-1 0 1 0 0,0 1-1 0 0,1 0 0 0 0,-1-1 0 0 0,1 1 1 0 0,-1 1-1 0 0,1-1 0 0 0,-6 3 0 0 0,-1 1-3 0 0,0 1 0 0 0,1-1 0 0 0,-1 1-1 0 0,-14 13 1 0 0,13-9 0 0 0,-21 12 0 0 0,20-14-2 0 0,-21 17 0 0 0,-2 5-6 0 0,15-13-4 0 0,-27 28 1 0 0,32-29 6 0 0,9-11 8 0 0,1 1 1 0 0,-1 0 0 0 0,1 0 0 0 0,1 0 0 0 0,-1 1 0 0 0,1 0 0 0 0,-6 12 0 0 0,-18 48-6 0 0,24-54 7 0 0,1-1 0 0 0,1-1 0 0 0,1 1-1 0 0,1-12 1 0 0,0 1-1 0 0,0-1 1 0 0,0 1 0 0 0,0-1-1 0 0,0 1 1 0 0,0-1 0 0 0,0 1 0 0 0,0-1-1 0 0,0 1 1 0 0,0 0 0 0 0,1-1-1 0 0,-1 1 1 0 0,0-1 0 0 0,0 1-1 0 0,1-1 1 0 0,-1 0 0 0 0,1 1 0 0 0,-1 0-1 0 0,1-1 1 0 0,-1 0 0 0 0,1 1 0 0 0,0-1 0 0 0,-1 0 0 0 0,1 0-1 0 0,0 1 1 0 0,0-1 0 0 0,-1 0 0 0 0,1 0 0 0 0,0 0 0 0 0,-1 0-1 0 0,1 0 1 0 0,0 0 0 0 0,1 0 0 0 0,10-5-7 0 0,-1-1-1 0 0,1-6-1 0 0,-7 6 3 0 0,0 1 0 0 0,0-2 0 0 0,-1 1 1 0 0,0 0-1 0 0,0-1 0 0 0,0 0 0 0 0,-1 0 0 0 0,0 0 1 0 0,2-9-1 0 0,-1 4-5 0 0,-2 9 6 0 0,-2 0 0 0 0,1-1 0 0 0,0 1 0 0 0,-1 0 0 0 0,1-1 0 0 0,-1 1 1 0 0,0 0-1 0 0,0-1 0 0 0,-1 1 0 0 0,1 0 0 0 0,0-1 0 0 0,-1 1 0 0 0,-2-5 1 0 0,-6-21-34 0 0,8 26 29 0 0,1 3 8 0 0,-1 0 0 0 0,1 0 1 0 0,0 0-1 0 0,-1 0 0 0 0,1 0 0 0 0,0 0 1 0 0,-1 0-1 0 0,1 0 0 0 0,0-1 0 0 0,-1 1 0 0 0,1 0 1 0 0,0 0-1 0 0,0 0 0 0 0,-1-1 0 0 0,1 1 1 0 0,0 0-1 0 0,0 0 0 0 0,-1 0 0 0 0,1-1 1 0 0,0 1-1 0 0,0 0 0 0 0,-1-1 0 0 0,1 1 1 0 0,-8-8-26 0 0,6 7 23 0 0,0 1 0 0 0,0-1-1 0 0,0 1 1 0 0,0 0 0 0 0,0 0 0 0 0,0 0 0 0 0,0 0-1 0 0,-1 0 1 0 0,1 0 0 0 0,0 1 0 0 0,0-1 0 0 0,0 1 0 0 0,1-1-1 0 0,-1 1 1 0 0,0 0 0 0 0,0 0 0 0 0,-2 1 0 0 0,-1 0-5 0 0,-1 1 0 0 0,1 1 0 0 0,0-1 0 0 0,0 1 0 0 0,-6 5 0 0 0,2 1 2 0 0,0-1 0 0 0,1 1 0 0 0,0 1 1 0 0,0-1-1 0 0,1 1 0 0 0,1 1 0 0 0,0-1 1 0 0,0 1-1 0 0,-5 16 0 0 0,3 6-6 0 0,-10 66-1 0 0,-2 15-1 0 0,9-63 13 0 0,9-39 1 0 0,1-1 0 0 0,0 1 0 0 0,1-1 0 0 0,0 1 0 0 0,2 13 0 0 0,1-11 0 0 0,6-3 0 0 0,3 6 0 0 0,-11-17 0 0 0,-1-1 1 0 0,0 1-1 0 0,1-1 0 0 0,-1 1 0 0 0,0-1 0 0 0,1 1 1 0 0,-1-1-1 0 0,1 1 0 0 0,-1-1 0 0 0,1 1 0 0 0,-1-1 1 0 0,1 0-1 0 0,-1 1 0 0 0,1-1 0 0 0,-1 0 0 0 0,1 1 0 0 0,-1-1 1 0 0,1 0-1 0 0,0 0 0 0 0,4 2 3 0 0,-1-1-2 0 0,-1 0 1 0 0,1 0-1 0 0,0 0 1 0 0,0 0-1 0 0,0-1 1 0 0,0 0-1 0 0,0 0 1 0 0,0 0-1 0 0,0 0 1 0 0,0-1-1 0 0,0 1 1 0 0,-1-1-1 0 0,1 0 1 0 0,0 0-1 0 0,0-1 1 0 0,0 1-1 0 0,-1-1 1 0 0,1 0-1 0 0,-1 0 1 0 0,7-4-1 0 0,-1-1 4 0 0,-1 1 0 0 0,1-1 0 0 0,-1-1 1 0 0,0 0-1 0 0,-1 0 0 0 0,12-16 0 0 0,39-77 20 0 0,-44 75-21 0 0,-6 8 0 0 0,0-1-1 0 0,-1 0 1 0 0,-1 0 0 0 0,-1-1-1 0 0,0 1 1 0 0,-2-1 0 0 0,0 0 0 0 0,0-39-1 0 0,-3 45-1 0 0,0 0 0 0 0,-1 0 0 0 0,-1 0 0 0 0,0 1 0 0 0,-1-1 0 0 0,-1 1 0 0 0,-5-15 0 0 0,2 16-2 0 0,-3 0 0 0 0,0 4 0 0 0,-1-2 0 0 0,-1 1 0 0 0,0 6 0 0 0,8 2 0 0 0,1 0 0 0 0,0 0 0 0 0,-1 1 0 0 0,1-1 0 0 0,-1 1 0 0 0,1 0 0 0 0,-1 0 0 0 0,1 0 0 0 0,-1 1 0 0 0,1-1 0 0 0,-1 1 0 0 0,1 0 0 0 0,-1 0 0 0 0,1 0 0 0 0,0 0 0 0 0,-1 1 0 0 0,1-1 0 0 0,0 1 0 0 0,0 0 0 0 0,0 0 0 0 0,0 0 0 0 0,1 0 0 0 0,-1 0 0 0 0,1 1 0 0 0,-1-1 0 0 0,1 1 0 0 0,-4 5 0 0 0,-4 3 0 0 0,5-5 0 0 0,1 0 0 0 0,-1 1 0 0 0,1-1 0 0 0,0 1 0 0 0,1 0 0 0 0,-1 0 0 0 0,1 0 0 0 0,1 0 0 0 0,-1 1 0 0 0,1-1 0 0 0,-1 12 0 0 0,-14 44 0 0 0,13-47 0 0 0,4-1 0 0 0,0-5-1 0 0,0-8-6 0 0,-2-5-75 0 0,-16-43 44 0 0,12 30 26 0 0,0 0-1 0 0,-1 0 1 0 0,-1 0-1 0 0,-18-27 1 0 0,22 38 3 0 0,1 0 1 0 0,-1 0 0 0 0,-1 1 0 0 0,1-1 0 0 0,-1 1 0 0 0,1 0 0 0 0,-1 1-1 0 0,-10-7 1 0 0,2 3-10 0 0,0 1 0 0 0,-1 0 0 0 0,-23-7 0 0 0,29 11 12 0 0,0 1 0 0 0,1-1 0 0 0,-1 1 0 0 0,0 1 0 0 0,0 0 0 0 0,0 0 0 0 0,0 0 0 0 0,-11 3 0 0 0,8-1-1 0 0,0 0-1 0 0,1 0 1 0 0,-1 2 0 0 0,1-1 0 0 0,-19 10 0 0 0,22-9 5 0 0,1 0-1 0 0,0 0 1 0 0,1 1-1 0 0,-1 0 1 0 0,1 0 0 0 0,0 0-1 0 0,0 0 1 0 0,0 1-1 0 0,-6 10 1 0 0,-3 10-8 0 0,1 1 1 0 0,1 0 0 0 0,-12 41-1 0 0,8-22 1 0 0,10-20 3 0 0,5-13 3 0 0,8 0-4 0 0,16 8-33 0 0,-18-18 32 0 0,-3-2 6 0 0,1-1 0 0 0,-1 1 0 0 0,0-1-1 0 0,1 0 1 0 0,-1 0 0 0 0,1 0 0 0 0,-1 0 0 0 0,4-1-1 0 0,3-4-8 0 0,-8 4 9 0 0,6-3-4 0 0,-1 0 0 0 0,1 0 1 0 0,-1 0-1 0 0,0-1 0 0 0,0 0 0 0 0,0 0 1 0 0,-1 0-1 0 0,0-1 0 0 0,0 0 0 0 0,0 0 1 0 0,-1 0-1 0 0,0-1 0 0 0,6-12 0 0 0,-2 0-9 0 0,-1-1-1 0 0,-1 0 1 0 0,5-35-1 0 0,-7 25-7 0 0,-1 0-1 0 0,-1-1 0 0 0,-5-45 1 0 0,2 69 18 0 0,0 1 0 0 0,0-1 0 0 0,-3-8 1 0 0,-2-6-11 0 0,6 19 12 0 0,-1 0 0 0 0,0 0-1 0 0,0 0 1 0 0,0 0 0 0 0,0 0 0 0 0,0 0-1 0 0,-1 0 1 0 0,1 0 0 0 0,-3-2-1 0 0,2 1-1 0 0,0 2 3 0 0,0-1 1 0 0,0 1 0 0 0,0 0-1 0 0,-1-1 1 0 0,1 1 0 0 0,0 0-1 0 0,0 0 1 0 0,0 1 0 0 0,-1-1-1 0 0,1 0 1 0 0,-1 1 0 0 0,1 0-1 0 0,0-1 1 0 0,-1 1 0 0 0,1 0-1 0 0,-1 0 1 0 0,-2 1 0 0 0,-53 15-15 0 0,44-12 15 0 0,1-1 0 0 0,-1 2 0 0 0,1 0 0 0 0,0 0 0 0 0,0 2 0 0 0,0-1 0 0 0,1 2 0 0 0,0-1 0 0 0,-18 17 0 0 0,23-18 1 0 0,1 0 0 0 0,0 0 0 0 0,1 0 0 0 0,-1 1 0 0 0,1 0 0 0 0,-4 9 0 0 0,-22 45 0 0 0,27-52 0 0 0,-3 9 0 0 0,1-1 0 0 0,0 1 0 0 0,2 0 0 0 0,0 0 0 0 0,-2 20 0 0 0,5-9 0 0 0,2 6 0 0 0,-1-33 1 0 0,-1 0-1 0 0,1 0 0 0 0,0 0 1 0 0,1 0-1 0 0,-1 0 0 0 0,0 1 1 0 0,1-1-1 0 0,-1 0 0 0 0,1 0 1 0 0,0 2-1 0 0,1 6 12 0 0,1-10-4 0 0,-2 0-7 0 0,-1 0-1 0 0,1 0 1 0 0,0 0-1 0 0,0 0 1 0 0,0 0-1 0 0,-1 0 1 0 0,1 0-1 0 0,0 0 1 0 0,0-1-1 0 0,0 1 1 0 0,-1 0-1 0 0,3-1 1 0 0,3-2 0 0 0,0-1 0 0 0,-1 0 0 0 0,1 0 0 0 0,-1-1 0 0 0,1 1-1 0 0,-1-1 1 0 0,0 0 0 0 0,-1-1 0 0 0,0 1 0 0 0,1-1 0 0 0,-2 0 0 0 0,1 0 0 0 0,3-7 0 0 0,1-3 2 0 0,5-10 4 0 0,-1 0-1 0 0,-1-1 1 0 0,14-54 0 0 0,-21 62-5 0 0,0 0 1 0 0,1-20 0 0 0,-5 32-2 0 0,0-1 1 0 0,0 1-1 0 0,0 0 1 0 0,-1-1-1 0 0,0 1 1 0 0,-1-1-1 0 0,0 1 0 0 0,-4-12 1 0 0,3 12-1 0 0,-7-13 5 0 0,10 19-5 0 0,-1 0 0 0 0,0 0-1 0 0,1 1 1 0 0,-1-1 0 0 0,0 0 0 0 0,0 1-1 0 0,0-1 1 0 0,0 1 0 0 0,0-1-1 0 0,0 1 1 0 0,-1-1 0 0 0,-17-5 4 0 0,11 6-3 0 0,4 2-1 0 0,-4-2 0 0 0,1 2 0 0 0,-1-1 0 0 0,1 1 0 0 0,-1 0 1 0 0,1 0-1 0 0,0 1 0 0 0,-10 5 0 0 0,-44 29 14 0 0,56-34-15 0 0,-21 17 8 0 0,0 1 0 0 0,0 1 0 0 0,2 1 0 0 0,1 2 1 0 0,1 0-1 0 0,2 1 0 0 0,0 1 0 0 0,1 1 0 0 0,-22 45 0 0 0,21-34 3 0 0,9-20 3 0 0,-14 34 0 0 0,-16 43 45 0 0,25-58-11 0 0,15-35-26 0 0,1-2-21 0 0,-1-1 0 0 0,1 0 0 0 0,0 1 0 0 0,-1-1 0 0 0,1 1 0 0 0,0-1 0 0 0,-1 0 0 0 0,1 1 0 0 0,0-1 0 0 0,0 1 0 0 0,-1-1 0 0 0,1 1 0 0 0,0-1 0 0 0,0 1 0 0 0,0-1 0 0 0,0 1 0 0 0,0-1 0 0 0,0 1 0 0 0,0 0 0 0 0,0 5 42 0 0,5-20-43 0 0,63-181 1 0 0,-66 188-1 0 0,7-25 0 0 0,8-54 0 0 0,-13 63 0 0 0,-2 4-5 0 0,0 1 0 0 0,-2-32 1 0 0,-1 38 1 0 0,-4 0-2 0 0,-1 2 1 0 0,-5 3-7 0 0,8 5 10 0 0,-1 1 0 0 0,-1-1 0 0 0,1 1 0 0 0,0 0 0 0 0,0 0 0 0 0,0 1-1 0 0,-1-1 1 0 0,1 1 0 0 0,0 0 0 0 0,-1 0 0 0 0,1 0 0 0 0,0 0 0 0 0,-8 3 0 0 0,-4 1-2 0 0,0 0-1 0 0,-17 9 1 0 0,31-12 3 0 0,-19 8-2 0 0,0 2 0 0 0,1 0 1 0 0,1 2-1 0 0,0 0 1 0 0,-31 28-1 0 0,37-29 1 0 0,1 1 0 0 0,0 0-1 0 0,0 1 1 0 0,2 0 0 0 0,-14 22-1 0 0,9-8 0 0 0,1 0-1 0 0,-13 36 0 0 0,13-16-1 0 0,0 9-2 0 0,10-40-5 0 0,3-3 7 0 0,1-9-1 0 0,0 1 2 0 0,0-4-4 0 0,3-1-1 0 0,9 5 0 0 0,-10-6 8 0 0,-1-1-1 0 0,1 1 1 0 0,-1 0-1 0 0,0 0 1 0 0,1 0-1 0 0,-1-1 1 0 0,0 1-1 0 0,1-1 1 0 0,-1 1-1 0 0,0-1 1 0 0,0 1-1 0 0,1-1 0 0 0,-1 0 1 0 0,0 0-1 0 0,2-1 1 0 0,17-17-4 0 0,-14 13 0 0 0,29-32-11 0 0,-1-1-1 0 0,40-63 1 0 0,-50 64-9 0 0,21-45 1 0 0,-14 19-20 0 0,-29 59 35 0 0,3-10 0 0 0,0-1-1 0 0,-3 6-4 0 0,2-13-6 0 0,-4 23 19 0 0,0-1 0 0 0,0 1-1 0 0,0 0 1 0 0,0 0 0 0 0,0 0 0 0 0,0 0 0 0 0,0 0 0 0 0,0 0-1 0 0,-1-1 1 0 0,1 1 0 0 0,0 0 0 0 0,0 0 0 0 0,0 0 0 0 0,0 0-1 0 0,0 0 1 0 0,0 0 0 0 0,-1 0 0 0 0,1 0 0 0 0,0 0 0 0 0,0 0-1 0 0,0 0 1 0 0,0-1 0 0 0,-1 1 0 0 0,1 0 0 0 0,0 0 0 0 0,0 0-1 0 0,0 0 1 0 0,0 0 0 0 0,-1 0 0 0 0,1 0 0 0 0,0 0 0 0 0,0 0-1 0 0,0 1 1 0 0,0-1 0 0 0,0 0 0 0 0,-1 0 0 0 0,1 0-1 0 0,0 0 1 0 0,0 0 0 0 0,0 0 0 0 0,-6 2 0 0 0,3 0 0 0 0,0 1 0 0 0,1-1 0 0 0,-1 1 0 0 0,1-1 0 0 0,-1 1 0 0 0,1 0 0 0 0,0 0 0 0 0,0 0 0 0 0,0 0 0 0 0,1 0 0 0 0,-1 1 0 0 0,1-1 0 0 0,-1 4 0 0 0,-4 10 3 0 0,-3 21 0 0 0,9-35-2 0 0,-5 28 1 0 0,1 1 0 0 0,2-1 0 0 0,1 1-1 0 0,4 35 1 0 0,-2-53-2 0 0,0 5 0 0 0,1 0 0 0 0,1 0 0 0 0,1 0 0 0 0,0 0 0 0 0,10 23 0 0 0,-8-25 0 0 0,1 0 0 0 0,0-6 0 0 0,5-3 0 0 0,1-3 0 0 0,-9-4 0 0 0,1-1 0 0 0,-1 0 0 0 0,1 0 0 0 0,-1 0 0 0 0,1-1 0 0 0,-1 0 0 0 0,1 0 0 0 0,-1 0 0 0 0,1 0 0 0 0,-1 0 0 0 0,0-1 0 0 0,5-3 0 0 0,6-2 0 0 0,-1-1 0 0 0,14-12 0 0 0,-17 12 0 0 0,-1 0 0 0 0,0-1 0 0 0,-1-1 0 0 0,15-18 0 0 0,28-31 0 0 0,-37 42 0 0 0,-1 0 0 0 0,-3 0 0 0 0,-3 1 0 0 0,-2 3 0 0 0,0 1 0 0 0,0-2 0 0 0,-1 2 0 0 0,1 1 0 0 0,-3-1 0 0 0,-2 1 0 0 0,-2 4 0 0 0,-1 16 0 0 0,1 6 0 0 0,1-2 0 0 0,0 0 0 0 0,0 0 0 0 0,1-1 0 0 0,1 1 0 0 0,5 20 0 0 0,-5-25 0 0 0,2 4 0 0 0,4 4 0 0 0,3 0 0 0 0,0 1 0 0 0,2-1 0 0 0,6-3 0 0 0,8 3 0 0 0,-18-13 0 0 0,-1-2 0 0 0,1 1 0 0 0,0-1 0 0 0,0 0 0 0 0,0-1 0 0 0,0 0 0 0 0,0 0 0 0 0,0-1 0 0 0,0-1 0 0 0,11-2 0 0 0,-7 1 0 0 0,3-3 0 0 0,0-4 0 0 0,-3 1 0 0 0,-2 3 0 0 0,0 0 0 0 0,1-1 0 0 0,-1-3 0 0 0,-10 9 0 0 0,0 1 0 0 0,-1-1 0 0 0,1 1 0 0 0,-1-1 0 0 0,1 1 0 0 0,-1-1 0 0 0,1 1 0 0 0,-1-1 0 0 0,0 0 0 0 0,1 1 0 0 0,-1-1 0 0 0,0 0 0 0 0,1 1 0 0 0,-1-1 0 0 0,0-1 0 0 0,0 2 0 0 0,0 0 0 0 0,-1-1 0 0 0,1 1 0 0 0,-1 0 0 0 0,1-1 0 0 0,0 1 0 0 0,-1 0 0 0 0,1 0 0 0 0,-1-1 0 0 0,1 1 0 0 0,-1 0 0 0 0,1 0 0 0 0,-1 0 0 0 0,1 0 0 0 0,-1 0 0 0 0,1-1 0 0 0,-1 1 0 0 0,1 0 0 0 0,-1 0 0 0 0,1 0 0 0 0,-2 1 0 0 0,1-1 0 0 0,-1 0 0 0 0,0 0 0 0 0,1 0 0 0 0,-1 1 0 0 0,1-1 0 0 0,-1 0 0 0 0,1 1 0 0 0,-1 0 0 0 0,-1 0 0 0 0,1 0 0 0 0,-7 4 0 0 0,1 0 0 0 0,1 0 0 0 0,-1 1 0 0 0,-12 12 0 0 0,4-3 0 0 0,-1 2 0 0 0,-3 0 3 0 0,18-14 0 0 0,0 2-2 0 0,-10 22 14 0 0,11-25-14 0 0,1 0 1 0 0,0-1 0 0 0,-1 1 0 0 0,1 0-1 0 0,0 0 1 0 0,0-1 0 0 0,1 1-1 0 0,-1 0 1 0 0,0 1 0 0 0,4 7-1 0 0,6 2-1 0 0,2-5 0 0 0,0-5 0 0 0,-1 1 0 0 0,1-2 0 0 0,-1 0 0 0 0,1 0 0 0 0,0-1 0 0 0,18-2 0 0 0,-20 1 0 0 0,-1 1 0 0 0,1-2 0 0 0,-1 1 0 0 0,13-4 0 0 0,0 0 0 0 0,-3-1 0 0 0,-1 1 0 0 0,-1-1 0 0 0,0 0 0 0 0,0 1 0 0 0,-4-1 0 0 0,-1 0 0 0 0,0-1 0 0 0,-1-1 0 0 0,1 6 0 0 0,-2 4 0 0 0,-2 7 0 0 0,-7-6 1 0 0,1-1-1 0 0,-1 1 0 0 0,1-1 0 0 0,0 0 1 0 0,0 0-1 0 0,0 0 0 0 0,0 0 1 0 0,0 0-1 0 0,0 0 0 0 0,5 3 0 0 0,1-1 4 0 0,0 2-2 0 0,0-1 0 0 0,1 1-1 0 0,0-2 1 0 0,0 1 0 0 0,0-1 0 0 0,0-1 0 0 0,1 0 0 0 0,14 3 0 0 0,-2-3 3 0 0,1 0 1 0 0,35-2-1 0 0,-24 0 3 0 0,-1-3 0 0 0,37-6 0 0 0,-37 3-2 0 0,8-2 27 0 0,55-16-1 0 0,-77 14-14 0 0,-17 8-14 0 0,0-1 0 0 0,1 1 0 0 0,-1 0 1 0 0,0 0-1 0 0,1 0 0 0 0,-1 1 0 0 0,1-1 1 0 0,-1 0-1 0 0,5 1 0 0 0,19-4 41 0 0,-21 3-37 0 0,2 0 0 0 0,0-1 0 0 0,-7 1-8 0 0,3-1 0 0 0,24 1 26 0 0,-23 0-21 0 0,3-3-2 0 0,-3 3 2 0 0,6-2-4 0 0,1 1-1 0 0,2-1 0 0 0,-1 0 0 0 0,-1-2 0 0 0,1 2 0 0 0,-1 0 0 0 0,1 0 0 0 0,-1 0 0 0 0,1 2 0 0 0,-1 0 0 0 0,1 0 0 0 0,-10 0 0 0 0,1 1 0 0 0,-1-1 0 0 0,1 1 0 0 0,-1-1 0 0 0,0 0 0 0 0,1 0 0 0 0,-1 0 0 0 0,4-3 0 0 0,3 0 0 0 0,-1 2 0 0 0,-1 0 0 0 0,1 0 0 0 0,-1-1 0 0 0,1 0 0 0 0,-1 0 0 0 0,0 0 0 0 0,0-1 0 0 0,7-5 0 0 0,21-13 0 0 0,-19 12 0 0 0,1-2 0 0 0,1 2-1 0 0,-1 0-4 0 0,0 0 2 0 0,0 4-2 0 0,0 1 3 0 0,1 3 2 0 0,-1 1 0 0 0,0 1 0 0 0,0 0 0 0 0,0 0 0 0 0,-2 0 0 0 0,-3 0 0 0 0,-1 0 0 0 0,1 0 0 0 0,-1 0 0 0 0,1 0 0 0 0,-1 0 0 0 0,1 0 0 0 0,-1 0 0 0 0,1 0 0 0 0,-1 0 0 0 0,33-3 10 0 0,-39 2-5 0 0,29-8-2 0 0,17-6 10 0 0,-34 9-10 0 0,0 2 2 0 0,0 3-2 0 0,-2 0 2 0 0,1 1-1 0 0,1 0 7 0 0,0-3-7 0 0,1 2 2 0 0,-1 1 2 0 0,0 0 0 0 0,40 0 47 0 0,-46 2-40 0 0,-1-1-1 0 0,0 1 1 0 0,0 1 0 0 0,-1-1-1 0 0,15 7 1 0 0,1 0 21 0 0,-19-7-19 0 0,-2 0-4 0 0,1 0 0 0 0,-1-1 0 0 0,1 0 1 0 0,-1 0-1 0 0,1 0 0 0 0,8 0 0 0 0,118-1 346 0 0,-128 0-352 0 0,0-1 0 0 0,0 1 1 0 0,0 0-1 0 0,0-1 0 0 0,0 1 0 0 0,0-1 0 0 0,0 0 1 0 0,-1 0-1 0 0,1 0 0 0 0,0 0 0 0 0,-1-1 0 0 0,1 1 1 0 0,3-3-1 0 0,-1 0-3 0 0,-1 0 1 0 0,0 0-1 0 0,0-1 0 0 0,6-9 1 0 0,7-10 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34:38.4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235 225 8136 0 0,'-38'-21'187'0'0,"35"19"-126"0"0,0 1 0 0 0,0 0 0 0 0,0 0 0 0 0,0 1-1 0 0,0-1 1 0 0,0 1 0 0 0,-1-1 0 0 0,1 1 0 0 0,0 0 0 0 0,-6 1 0 0 0,4 2 35 0 0,-30 19 284 0 0,10-6 193 0 0,18-12-504 0 0,1 2 0 0 0,0-1 0 0 0,1 0 0 0 0,-1 1 0 0 0,1 0 0 0 0,0 1 0 0 0,1-1 0 0 0,-1 1 0 0 0,-4 11 0 0 0,5-10 14 0 0,0 1-1 0 0,0 1 1 0 0,1-1-1 0 0,0 1 0 0 0,1-1 1 0 0,0 1-1 0 0,-1 13 1 0 0,-1 21 99 0 0,2-32-124 0 0,1-1-1 0 0,0 0 1 0 0,1 0-1 0 0,0 1 1 0 0,1-1-1 0 0,0 0 1 0 0,4 18-1 0 0,0-13-17 0 0,0-1 0 0 0,2 1-1 0 0,0-1 1 0 0,0 0-1 0 0,2-1 1 0 0,10 16 0 0 0,-8-14-11 0 0,1 1 22 0 0,0 0-1 0 0,1-1 0 0 0,0-1 0 0 0,19 17 0 0 0,-24-25-24 0 0,0-1 0 0 0,0 0 0 0 0,0-1 1 0 0,1 0-1 0 0,0-1 0 0 0,16 7 1 0 0,-19-9-11 0 0,1 0 1 0 0,0-1-1 0 0,0 0 1 0 0,-1 0 0 0 0,1 0-1 0 0,0-1 1 0 0,0 0-1 0 0,0 0 1 0 0,0-1 0 0 0,10-2-1 0 0,-3 0 16 0 0,1-1-1 0 0,-1 0 0 0 0,1-1 1 0 0,14-8-1 0 0,-23 10-20 0 0,-1 0 0 0 0,1-1-1 0 0,-1 1 1 0 0,0-1 0 0 0,0 0 0 0 0,0 0 0 0 0,0-1 0 0 0,-1 0-1 0 0,0 1 1 0 0,0-1 0 0 0,0-1 0 0 0,4-7 0 0 0,47-105 174 0 0,-47 97-151 0 0,-1 0 1 0 0,-1-1-1 0 0,7-39 0 0 0,-7-4 144 0 0,-3-1-1 0 0,-7-105 0 0 0,3 157-160 0 0,-6-55 87 0 0,5 60-60 0 0,0 1 0 0 0,0-1 0 0 0,-1 1 0 0 0,0-1 0 0 0,-6-11 1 0 0,5 14 26 0 0,0 0 0 0 0,-1 0 0 0 0,1 1 0 0 0,-1 0 0 0 0,0-1 0 0 0,-10-7 0 0 0,9 12 14 0 0,0 3-37 0 0,0 0 0 0 0,0 0 0 0 0,1 0 0 0 0,-1 1 0 0 0,1 0 0 0 0,-1 0 0 0 0,1 1-1 0 0,0-1 1 0 0,0 1 0 0 0,-5 5 0 0 0,-7 8 37 0 0,-21 28-1 0 0,32-37-57 0 0,-6 8 16 0 0,2 0 0 0 0,0 1-1 0 0,0 0 1 0 0,2 0 0 0 0,0 1 0 0 0,-6 23 0 0 0,-23 47 153 0 0,24-61-114 0 0,-14 45 0 0 0,13-27-24 0 0,3-9 70 0 0,-11 56 0 0 0,13-43-16 0 0,5-28-51 0 0,1 0 0 0 0,-2 36 0 0 0,4-25-5 0 0,0-25-36 0 0,0 0 0 0 0,1 0-1 0 0,0 0 1 0 0,0 1 0 0 0,1-1-1 0 0,0 0 1 0 0,0 0 0 0 0,4 12-1 0 0,-4-17-11 0 0,0-1 0 0 0,-1 1 0 0 0,0 0 0 0 0,1-1 0 0 0,-1 1 0 0 0,0 0-1 0 0,1 0 1 0 0,-1 0 0 0 0,0-1 0 0 0,-1 4 0 0 0,1 4 68 0 0,0-8-71 0 0,0-1-1 0 0,0 1 1 0 0,1-1-1 0 0,-1 0 1 0 0,0 1-1 0 0,0-1 1 0 0,1 1-1 0 0,-1-1 1 0 0,0 0-1 0 0,1 1 1 0 0,-1-1-1 0 0,0 0 1 0 0,1 1-1 0 0,-1-1 1 0 0,1 0-1 0 0,-1 0 1 0 0,1 1-1 0 0,-1-1 1 0 0,0 0-1 0 0,1 0 1 0 0,-1 0-1 0 0,1 0 1 0 0,-1 0-1 0 0,1 1 1 0 0,11 1 97 0 0,-8-3-84 0 0,1 1 1 0 0,-1-1-1 0 0,1 0 0 0 0,-1 0 1 0 0,1 0-1 0 0,-1 0 0 0 0,0-1 1 0 0,1 0-1 0 0,-1 0 1 0 0,0 0-1 0 0,7-5 0 0 0,1-3 9 0 0,-1 1-1 0 0,12-13 1 0 0,-22 20-23 0 0,7-7 15 0 0,0 0 0 0 0,-1-1-1 0 0,0 0 1 0 0,-1 0 0 0 0,10-21 0 0 0,-3 3 4 0 0,-2 5 7 0 0,-1 0-1 0 0,-2-1 1 0 0,0-1 0 0 0,7-48-1 0 0,-5 29 21 0 0,-5 7-2 0 0,-1 1-1 0 0,-2-1 1 0 0,-3-65-1 0 0,-1 22 45 0 0,2 63-51 0 0,-1 0-1 0 0,-3-18 1 0 0,2 28-14 0 0,1 0 0 0 0,-1 0 0 0 0,0 0 0 0 0,-1 0 0 0 0,0 1 0 0 0,0-1 0 0 0,-6-8 0 0 0,8 13 35 0 0,-2 0 8 0 0,2 2-63 0 0,0-1 1 0 0,0 0-1 0 0,-1 1 0 0 0,1-1 0 0 0,-1 1 0 0 0,1 0 0 0 0,0-1 0 0 0,-1 1 0 0 0,1 0 0 0 0,-1 0 0 0 0,1 0 0 0 0,0 0 0 0 0,-1 0 0 0 0,1 0 0 0 0,-1 0 0 0 0,1 1 0 0 0,-1-1 1 0 0,1 0-1 0 0,0 1 0 0 0,-1-1 0 0 0,1 1 0 0 0,0 0 0 0 0,0-1 0 0 0,-1 1 0 0 0,1 0 0 0 0,-2 1 0 0 0,-8 4 15 0 0,1 1-1 0 0,0 0 1 0 0,0 1-1 0 0,1 0 1 0 0,0 0-1 0 0,0 1 1 0 0,0 0-1 0 0,2 1 1 0 0,-1-1-1 0 0,1 2 1 0 0,0-1 0 0 0,-5 13-1 0 0,-8 13 56 0 0,2 1 1 0 0,-24 72-1 0 0,39-100-72 0 0,-77 277 362 0 0,72-243-314 0 0,2 0 0 0 0,2 0 0 0 0,3 66 0 0 0,0-37-2 0 0,2 40 75 0 0,3-87-60 0 0,-3-23-2 0 0,1-2-51 0 0,-1 0-12 0 0,-1 0 1 0 0,1 0-1 0 0,0-1 1 0 0,0 1-1 0 0,0 0 0 0 0,0 0 1 0 0,0-1-1 0 0,0 1 1 0 0,-1-1-1 0 0,1 1 0 0 0,0-1 1 0 0,0 1-1 0 0,-1-1 1 0 0,1 1-1 0 0,0-1 1 0 0,0 0-1 0 0,-1 1 0 0 0,2-2 1 0 0,10-18 1 0 0,-6 9 6 0 0,-4 7-9 0 0,0 0 1 0 0,0 0 0 0 0,-1 0 0 0 0,1 0-1 0 0,-1 0 1 0 0,0-1 0 0 0,0 1-1 0 0,0-1 1 0 0,0 1 0 0 0,-1-6-1 0 0,2-5 2 0 0,3-32 0 0 0,15-137 12 0 0,-14 132-13 0 0,-3 26 0 0 0,1-39 0 0 0,-5 45 0 0 0,0 5 1 0 0,1 1-1 0 0,1-1 0 0 0,3-26 0 0 0,11-41 9 0 0,-14 68-4 0 0,-1 11 77 0 0,-3 2-62 0 0,-7-3 2 0 0,10 4-23 0 0,0 0 1 0 0,0 0-1 0 0,-1 0 1 0 0,1 0-1 0 0,0 0 1 0 0,0 0-1 0 0,0 0 0 0 0,0 0 1 0 0,0 0-1 0 0,0 0 1 0 0,0 0-1 0 0,-1 0 1 0 0,1 0-1 0 0,0 0 0 0 0,0 0 1 0 0,0 0-1 0 0,0 0 1 0 0,0 0-1 0 0,0 0 1 0 0,-1 0-1 0 0,1 0 0 0 0,0 0 1 0 0,0 0-1 0 0,0 0 1 0 0,0 0-1 0 0,0 0 1 0 0,0 0-1 0 0,0 0 0 0 0,0 0 1 0 0,-1 0-1 0 0,1 0 1 0 0,0 0-1 0 0,0 1 1 0 0,0-1-1 0 0,0 0 0 0 0,0 0 1 0 0,0 0-1 0 0,0 0 1 0 0,0 0-1 0 0,0 0 0 0 0,0 0 1 0 0,0 0-1 0 0,0 1 1 0 0,0-1-1 0 0,-1 0 1 0 0,1 0-1 0 0,-23 28 43 0 0,16-20-34 0 0,0 0 0 0 0,1 0 0 0 0,-8 13 0 0 0,4-5 4 0 0,3-4 1 0 0,0 0 0 0 0,1 1 0 0 0,0-1 0 0 0,1 1 0 0 0,0 1-1 0 0,-3 17 1 0 0,4 11 35 0 0,1 1 0 0 0,2-1 1 0 0,2 1-1 0 0,11 70 0 0 0,-11-108-41 0 0,1 0 1 0 0,-1 0-1 0 0,1-1 0 0 0,0 1 1 0 0,0-1-1 0 0,0 0 1 0 0,0 1-1 0 0,5 5 1 0 0,-6-10-7 0 0,-1 1 0 0 0,1-1 1 0 0,-1 1-1 0 0,1-1 0 0 0,0 1 1 0 0,0-1-1 0 0,-1 0 0 0 0,1 1 1 0 0,0-1-1 0 0,-1 0 0 0 0,1 0 1 0 0,0 1-1 0 0,0-1 0 0 0,-1 0 1 0 0,1 0-1 0 0,0 0 0 0 0,0 0 1 0 0,0 0-1 0 0,1 0 0 0 0,14 1 26 0 0,-12-1-22 0 0,-3 0-5 0 0,0 0 1 0 0,0 0 0 0 0,0-1-1 0 0,0 1 1 0 0,0 0 0 0 0,0 0-1 0 0,0 0 1 0 0,0-1 0 0 0,0 1-1 0 0,0 0 1 0 0,0-1-1 0 0,0 1 1 0 0,0-1 0 0 0,0 1-1 0 0,0-1 1 0 0,1-1 0 0 0,1 0 2 0 0,4-2 3 0 0,0-1-1 0 0,0 1 1 0 0,-1-1 0 0 0,1 0 0 0 0,-1 0 0 0 0,10-13-1 0 0,27-40-7 0 0,-37 50 3 0 0,18-30 4 0 0,-1 0 1 0 0,20-45 0 0 0,-29 50-6 0 0,23-36 0 0 0,9-9-1 0 0,-40 65 0 0 0,0-2 0 0 0,1 5 2 0 0,-5 8 44 0 0,-11 14-24 0 0,-31 75-5 0 0,33-69-14 0 0,1 1 0 0 0,1-1 1 0 0,0 1-1 0 0,-2 28 0 0 0,2-16 0 0 0,-12 151 22 0 0,14-156-13 0 0,1-8-3 0 0,1 31 1 0 0,-7-84 3 0 0,1-10-12 0 0,2 17-1 0 0,0 1 0 0 0,-11-30 0 0 0,9 35 0 0 0,-6-37 0 0 0,-2-6 0 0 0,8 39 0 0 0,4 13 0 0 0,-1 1 0 0 0,0-1 0 0 0,-1 1 0 0 0,0 0 0 0 0,-9-14 0 0 0,10 21 0 0 0,-12-26 2 0 0,13 28 3 0 0,-7-2-2 0 0,2 3 3 0 0,7 3-5 0 0,1-1-1 0 0,-1 1 1 0 0,0-1-1 0 0,1 1 1 0 0,-1-1-1 0 0,0 1 1 0 0,1-1-1 0 0,-1 1 1 0 0,1-1-1 0 0,-1 1 1 0 0,1 0-1 0 0,-1 0 1 0 0,1-1-1 0 0,0 1 1 0 0,-1 0-1 0 0,1 0 1 0 0,-1 1-1 0 0,1-1 2 0 0,-4 8 1 0 0,1 1 0 0 0,0-1 0 0 0,1 1 0 0 0,0 0 0 0 0,1 0 0 0 0,0 0 0 0 0,0 18 0 0 0,1-8 1 0 0,0 1 1 0 0,0 0 0 0 0,6 24 0 0 0,-1 0 4 0 0,0-2 12 0 0,18 71-1 0 0,-20-103-15 0 0,0-1-1 0 0,1 1 0 0 0,0-1 1 0 0,1 0-1 0 0,11 18 0 0 0,-12-22 1 0 0,0-1-1 0 0,1 1 1 0 0,-1-1 0 0 0,2 1-1 0 0,-1-2 1 0 0,0 1 0 0 0,1 0-1 0 0,0-1 1 0 0,11 6-1 0 0,-10-8 1 0 0,0 0 0 0 0,0-1-1 0 0,-1 0 1 0 0,1 0-1 0 0,0-1 1 0 0,0 0 0 0 0,0 0-1 0 0,0-1 1 0 0,7-1 0 0 0,-8 2-4 0 0,-1-1 1 0 0,0 0 1 0 0,0-1-1 0 0,0 1 0 0 0,-1-1 0 0 0,1 0 0 0 0,0 0 0 0 0,-1 0 0 0 0,0-1 0 0 0,1 1 1 0 0,-1-1-1 0 0,0 0 0 0 0,0-1 0 0 0,0 1 0 0 0,-1 0 0 0 0,5-6 0 0 0,4-6 3 0 0,0-2-1 0 0,14-25 1 0 0,-20 31-3 0 0,11-19 9 0 0,-2-1 1 0 0,19-52 0 0 0,11-70 17 0 0,-33 105-14 0 0,8-71 0 0 0,-14 81 1 0 0,-3 19 1 0 0,0-28 0 0 0,-3 45-3 0 0,0 2-12 0 0,0-1-1 0 0,1 1 1 0 0,-1 0-1 0 0,0-1 1 0 0,0 1-1 0 0,0 0 1 0 0,0 0-1 0 0,0-1 1 0 0,0 1-1 0 0,0 0 1 0 0,0-1-1 0 0,0 1 1 0 0,0 0-1 0 0,0-1 1 0 0,0 1-1 0 0,0 0 1 0 0,0-1-1 0 0,-1 1 0 0 0,1 0 1 0 0,0-1-1 0 0,0 1 1 0 0,0 0-1 0 0,0 0 1 0 0,-1-1-1 0 0,1 1 1 0 0,0-1-1 0 0,-10 24 6 0 0,1-1-1 0 0,1 1 1 0 0,1 0-1 0 0,1 1 1 0 0,-4 28-1 0 0,5 2 12 0 0,3 94-1 0 0,3-78-11 0 0,-1-39 0 0 0,1 0-1 0 0,2 1 0 0 0,1-1 1 0 0,1 0-1 0 0,11 32 0 0 0,7 31 10 0 0,-19-83-11 0 0,0-1 0 0 0,1 0-1 0 0,0 0 1 0 0,0 0 0 0 0,1 0 0 0 0,14 16 0 0 0,-19-26-4 0 0,0 1 0 0 0,-1 0 1 0 0,1-1-1 0 0,-1 1 0 0 0,1-1 1 0 0,0 1-1 0 0,-1-1 1 0 0,1 0-1 0 0,0 1 0 0 0,-1-1 1 0 0,1 0-1 0 0,0 1 0 0 0,-1-1 1 0 0,1 0-1 0 0,0 0 0 0 0,0 0 1 0 0,-1 0-1 0 0,3 0 1 0 0,-2 1 0 0 0,0-1-1 0 0,0 0 0 0 0,-1 0 1 0 0,1 0-1 0 0,0 0 0 0 0,-1 1 1 0 0,1-1-1 0 0,0 0 0 0 0,-1 0 1 0 0,1 0-1 0 0,-1 0 0 0 0,1 0 1 0 0,0-1-1 0 0,-1 1 0 0 0,1 0 1 0 0,0 0-1 0 0,-1 0 0 0 0,1 0 1 0 0,0-1-1 0 0,-1 1 0 0 0,2-1 1 0 0,-1 0 0 0 0,5-2 4 0 0,2-4-2 0 0,-1 0 0 0 0,0 0 0 0 0,0 0 0 0 0,0-1 0 0 0,-1 0 0 0 0,-1-1 0 0 0,8-13 0 0 0,0-5 3 0 0,-2-1 1 0 0,-1-1-1 0 0,-2 1 1 0 0,8-40-1 0 0,-12 43-5 0 0,33-213 17 0 0,-25 100-5 0 0,-6 79-5 0 0,0-11 16 0 0,2-5 25 0 0,-8 73-33 0 0,0-7 168 0 0,-1 61-111 0 0,-1-27-50 0 0,2 1 1 0 0,4 32 0 0 0,2 7 17 0 0,-5-43-21 0 0,2-1 0 0 0,0 1 0 0 0,6 22 1 0 0,-2-19-1 0 0,-7-20-14 0 0,1 0 0 0 0,1 0 0 0 0,-1 0 0 0 0,1-1-1 0 0,-1 1 1 0 0,1-1 0 0 0,0 1 0 0 0,1-1-1 0 0,3 6 1 0 0,-4-8 10 0 0,0 0-8 0 0,6 5 0 0 0,-8-6-7 0 0,1 0 0 0 0,-1-1-1 0 0,1 0 1 0 0,-1 1-1 0 0,1-1 1 0 0,0 1 0 0 0,-1-1-1 0 0,1 0 1 0 0,0 1-1 0 0,0-1 1 0 0,-1 0 0 0 0,1 0-1 0 0,0 0 1 0 0,-1 0 0 0 0,1 1-1 0 0,0-1 1 0 0,0 0-1 0 0,-1 0 1 0 0,1 0 0 0 0,0 0-1 0 0,0-1 1 0 0,-1 1 0 0 0,1 0-1 0 0,0 0 1 0 0,0 0-1 0 0,-1-1 1 0 0,1 1 0 0 0,1-1-1 0 0,16-13 16 0 0,-17 13-16 0 0,8-8 0 0 0,0-1 1 0 0,-1-1-1 0 0,0 1 1 0 0,-1-1 0 0 0,0-1-1 0 0,-1 1 1 0 0,0-1-1 0 0,-1 0 1 0 0,0-1 0 0 0,-1 1-1 0 0,3-14 1 0 0,2-21-2 0 0,7-79 1 0 0,-14 106 0 0 0,12-94 0 0 0,-14 101 0 0 0,0 3-1 0 0,-8 34-6 0 0,4 10 3 0 0,2 0 0 0 0,3 36 0 0 0,-1-6-1 0 0,9 97-5 0 0,1-14 5 0 0,-10-103 3 0 0,1 1-1 0 0,9 44 0 0 0,-4-49 2 0 0,-2-14-1 0 0,1 0 0 0 0,12 39-1 0 0,-5-21 3 0 0,-8-35 0 0 0,-4-9 0 0 0,1 0 0 0 0,-1 0 0 0 0,1 0 0 0 0,-1 0 0 0 0,1-1 0 0 0,-1 1 0 0 0,1 0 0 0 0,-1 0 0 0 0,1 0 0 0 0,-1 0 0 0 0,1-1 0 0 0,-1 1 0 0 0,1 0 0 0 0,-1 0 0 0 0,1-1 0 0 0,-1 1 0 0 0,0 0 0 0 0,1-1 0 0 0,-1 1 0 0 0,3-3 0 0 0,-1 1 0 0 0,0 0 0 0 0,0 0 0 0 0,-1-1 0 0 0,1 1 0 0 0,0-1 0 0 0,-1 0 0 0 0,0 0 0 0 0,3-5 0 0 0,6-30 0 0 0,-7 25 0 0 0,7-44 0 0 0,6-94 0 0 0,2-13 0 0 0,-8 101 0 0 0,-4 1 0 0 0,-1-69 0 0 0,-3 89 0 0 0,-1 30 0 0 0,0-1 0 0 0,-3-25 0 0 0,2 34 0 0 0,1-3 0 0 0,1-3 0 0 0,-1 5 0 0 0,-2 7 0 0 0,-2 13 0 0 0,1 30 1 0 0,1-25 1 0 0,1 1 0 0 0,3 28 0 0 0,23 162 14 0 0,-15-135-8 0 0,-7-48-4 0 0,-1-14 7 0 0,-2-14-11 0 0,-1 1 0 0 0,0-1 1 0 0,0 1-1 0 0,0-1 0 0 0,0 1 1 0 0,1-1-1 0 0,-1 1 0 0 0,0-1 1 0 0,1 1-1 0 0,-1-1 0 0 0,0 1 1 0 0,1-1-1 0 0,-1 1 1 0 0,1-1-1 0 0,-1 1 0 0 0,0-1 1 0 0,1 0-1 0 0,-1 1 0 0 0,2-1 1 0 0,9-5 7 0 0,-9 3-6 0 0,18-11-1 0 0,-15 6 0 0 0,-2 0 0 0 0,2 1 0 0 0,-1 0 0 0 0,1-1 0 0 0,-2 0 0 0 0,1 0 0 0 0,4-15 1 0 0,9-40-1 0 0,-11 33 4 0 0,4-22-2 0 0,5-56 0 0 0,0-11 0 0 0,-14 109-3 0 0,0 6 0 0 0,-1-1 0 0 0,1 1 0 0 0,0-1 0 0 0,0 1 0 0 0,1-1 0 0 0,1-4 0 0 0,-3 8 0 0 0,0-1 0 0 0,1 0 0 0 0,-1 1 0 0 0,0-1 0 0 0,0 0 0 0 0,1 1 0 0 0,-1-1 0 0 0,0 1 0 0 0,1-1 0 0 0,-1 1 0 0 0,1-1 0 0 0,-1 1 0 0 0,1-1 0 0 0,0 0 0 0 0,0 1 0 0 0,0 0 0 0 0,0 0 0 0 0,-1 0 0 0 0,1 0 0 0 0,0 1 0 0 0,-1-1 0 0 0,1 0 0 0 0,0 1 0 0 0,-1-1 0 0 0,1 0 0 0 0,-1 1 0 0 0,1-1 0 0 0,0 0 0 0 0,-1 1 0 0 0,1-1 0 0 0,-1 1 0 0 0,1-1 0 0 0,-1 1 0 0 0,1 0 0 0 0,-1-1 0 0 0,0 1 0 0 0,1-1 0 0 0,-1 1 0 0 0,0 0 0 0 0,1 0 0 0 0,10 23 0 0 0,1 13 0 0 0,-1 0 0 0 0,5 40 0 0 0,7 27 0 0 0,2 6-1 0 0,-21-93-1 0 0,1 0 0 0 0,8 20-1 0 0,3 13 2 0 0,-12-39-1 0 0,0 0 0 0 0,6 12-1 0 0,1 2 3 0 0,-8-12 0 0 0,2 2 0 0 0,-5-14 0 0 0,0-1 0 0 0,0 0 0 0 0,0 1 0 0 0,0-1 0 0 0,0 0 0 0 0,1 1 0 0 0,-1-1 0 0 0,0 0 0 0 0,0 1 0 0 0,0-1 0 0 0,0 0 0 0 0,0 1 0 0 0,0-1 0 0 0,1 0 0 0 0,-1 0 0 0 0,0 1 0 0 0,0-1 0 0 0,1 0 0 0 0,-1 0 0 0 0,0 1 0 0 0,0-1 0 0 0,1 0 0 0 0,-1 0 0 0 0,0 0 0 0 0,1 1 0 0 0,-1-1 0 0 0,0 0 0 0 0,1 0 0 0 0,0-1 0 0 0,0 1 0 0 0,0-1 0 0 0,0 0 0 0 0,0 0 0 0 0,0 0 0 0 0,0 0 0 0 0,0 0 0 0 0,0 0 0 0 0,0 0 0 0 0,0 0 0 0 0,-1 0 0 0 0,1 0 0 0 0,0 0 0 0 0,-1-1 0 0 0,1 1 0 0 0,-1 0 0 0 0,1 0 0 0 0,-1-1 0 0 0,0 1 0 0 0,1-2 0 0 0,5-35 0 0 0,-5 30 0 0 0,6-37 0 0 0,9-90 0 0 0,-1-70 0 0 0,-9 52 0 0 0,-6 145 0 0 0,1-2 0 0 0,-2-38 0 0 0,15 112 15 0 0,5 132-7 0 0,-6-112 3 0 0,0 0 10 0 0,-9-37-16 0 0,6 137 79 0 0,-10-182-68 0 0,0 8 64 0 0,-8-199-17 0 0,2 85-46 0 0,-9-16 10 0 0,7 64-14 0 0,8 54-12 0 0,-3-17 7 0 0,0 0-1 0 0,-8-27 1 0 0,3 26 5 0 0,4 13 5 0 0,-5-5-4 0 0,4 11-13 0 0,5 1 1 0 0,-4-1 0 0 0,0 1 0 0 0,0-1 0 0 0,0 1 0 0 0,1-1 0 0 0,-1 1 0 0 0,0 0 0 0 0,0 1 0 0 0,0-1 0 0 0,0 1 0 0 0,1 0 0 0 0,-1-1 0 0 0,0 2-1 0 0,1-1 1 0 0,-1 0 0 0 0,-6 4 0 0 0,-3 2 1 0 0,0 1 1 0 0,-18 14-1 0 0,25-17-1 0 0,-17 14 4 0 0,2 0 0 0 0,0 1 0 0 0,1 1 0 0 0,1 1-1 0 0,1 1 1 0 0,1 0 0 0 0,1 1 0 0 0,1 1 0 0 0,2 1 0 0 0,0 0 0 0 0,-11 33 0 0 0,16-35 7 0 0,-1-1-1 0 0,-5 27 0 0 0,0 32 13 0 0,10-54-6 0 0,-1 10 45 0 0,5-38-64 0 0,0 0 0 0 0,0 0 1 0 0,0 0-1 0 0,0 0 0 0 0,0 0 0 0 0,0 0 0 0 0,0 0 1 0 0,0 0-1 0 0,0 0 0 0 0,0 0 0 0 0,0 0 0 0 0,0 0 1 0 0,0 0-1 0 0,0 0 0 0 0,0 1 0 0 0,0-1 1 0 0,0 0-1 0 0,0 0 0 0 0,0 0 0 0 0,0 0 0 0 0,0 0 1 0 0,0 0-1 0 0,0 0 0 0 0,0 0 0 0 0,1 0 0 0 0,-1 0 1 0 0,0 0-1 0 0,0 0 0 0 0,0 0 0 0 0,0 0 0 0 0,0 0 1 0 0,0 0-1 0 0,0 0 0 0 0,0 0 0 0 0,0 1 1 0 0,0-1-1 0 0,0 0 0 0 0,0 0 0 0 0,0 0 0 0 0,0 0 1 0 0,0 0-1 0 0,0 0 0 0 0,0 0 0 0 0,0 0 0 0 0,1 0 1 0 0,-1 0-1 0 0,0 0 0 0 0,0 0 0 0 0,0 0 0 0 0,0 0 1 0 0,0 0-1 0 0,0 0 0 0 0,0 0 0 0 0,0 0 1 0 0,0 0-1 0 0,0 0 0 0 0,3 0 2 0 0,0 0-1 0 0,0 0 1 0 0,-1 0-1 0 0,1-1 1 0 0,0 1 0 0 0,0-1-1 0 0,-1 1 1 0 0,1-1 0 0 0,3-1-1 0 0,4-2 2 0 0,4-1-1 0 0,-1 0 0 0 0,18-10-1 0 0,-10 4 0 0 0,67-34-1 0 0,-3 2 0 0 0,-71 35 0 0 0,-1 1 0 0 0,-1-2 0 0 0,1 1 0 0 0,-1-2 0 0 0,15-14 0 0 0,4-4 0 0 0,-20 17 0 0 0,0 0 0 0 0,0-1 0 0 0,-1 0 0 0 0,-1-1 0 0 0,0 0 0 0 0,0 0 0 0 0,11-26 0 0 0,-15 26 0 0 0,1-2 0 0 0,0 1 0 0 0,-5 10 0 0 0,-3 7 0 0 0,-5 13 0 0 0,-2 28 0 0 0,3 0 0 0 0,-2 64 0 0 0,8-86 8 0 0,-5 23 0 0 0,2-15 5 0 0,0 33 0 0 0,3-61 0 0 0,0 6 156 0 0,-1-48-153 0 0,-1 0 0 0 0,-2 0-1 0 0,-18-74 1 0 0,21 108-14 0 0,-1 0-1 0 0,0 0 1 0 0,-1 1-1 0 0,-4-10 1 0 0,-6-11 1 0 0,3 11 3 0 0,6 13-6 0 0,2 2 2 0 0,-2-2 3 0 0,1 2-5 0 0,0 0 1 0 0,0 0 0 0 0,0 1-1 0 0,0-1 1 0 0,0 1-1 0 0,0-1 1 0 0,0 1-1 0 0,0 0 1 0 0,1 0-1 0 0,-1 0 1 0 0,0 1-1 0 0,0-1 1 0 0,1 1-1 0 0,-1-1 1 0 0,1 1 0 0 0,-1 0-1 0 0,1 0 1 0 0,0 0-1 0 0,0 0 1 0 0,0 0-1 0 0,0 1 1 0 0,0-1-1 0 0,0 1 1 0 0,-1 2-1 0 0,-4 4 3 0 0,1 0 0 0 0,1 0 0 0 0,-1 1 0 0 0,2-1-1 0 0,-1 1 1 0 0,-5 20 0 0 0,-10 21-1 0 0,13-37 0 0 0,1 0 1 0 0,1 0 0 0 0,0 1-1 0 0,-4 20 1 0 0,4-15 3 0 0,-12 30 0 0 0,3-9 1 0 0,-2 2 3 0 0,11-31-3 0 0,1 0-1 0 0,0 1 1 0 0,0-1 0 0 0,-2 22 0 0 0,1-6-3 0 0,5-15 2 0 0,5-2 1 0 0,5-5-4 0 0,3-4 2 0 0,-6-2-4 0 0,-1-2-1 0 0,1 1 1 0 0,-1-1 0 0 0,0 0-1 0 0,0 0 1 0 0,0-1 0 0 0,11-6 0 0 0,38-28 2 0 0,-41 25-3 0 0,0-1 0 0 0,-2 0 0 0 0,1-1 0 0 0,-2-1 0 0 0,12-17 0 0 0,-6 6 0 0 0,-1-2 0 0 0,-1 0 0 0 0,-1-1 0 0 0,18-57 0 0 0,-16 32 0 0 0,17-107 0 0 0,-22 47 0 0 0,-11 101 0 0 0,0 1 0 0 0,-1-1 0 0 0,0 0 0 0 0,-1 0 0 0 0,0 0 0 0 0,-8-22 0 0 0,5 23 0 0 0,-3 1 0 0 0,-2 2 0 0 0,9 8 0 0 0,0 1 0 0 0,1 0 0 0 0,-1 0 0 0 0,0 0 0 0 0,0 0 0 0 0,1 0 0 0 0,-1 0 0 0 0,0 0 0 0 0,1 0 0 0 0,-1 0 0 0 0,0 0 0 0 0,1 0 0 0 0,-1 0 0 0 0,-1 1 0 0 0,-9 6 0 0 0,5-1 1 0 0,0 1 0 0 0,0 0 0 0 0,1 0-1 0 0,0 1 1 0 0,1 0 0 0 0,0 0 0 0 0,0 0 0 0 0,1 0-1 0 0,-3 9 1 0 0,2 2 1 0 0,1 0 0 0 0,1 0 0 0 0,0 0 0 0 0,1 1 0 0 0,3 23-1 0 0,-1 5 3 0 0,1-19 1 0 0,1 1 1 0 0,2-1-1 0 0,14 52 0 0 0,-11-52 1 0 0,-6-20-4 0 0,0-1 0 0 0,1 0 0 0 0,0 1 0 0 0,0-1 0 0 0,1 0 0 0 0,1-1 0 0 0,-1 1 0 0 0,1-1 0 0 0,0 0 0 0 0,1 0 0 0 0,9 10 0 0 0,-3-9 4 0 0,5-1 2 0 0,-14-7-7 0 0,-1 0 0 0 0,1 0 0 0 0,0 0 0 0 0,-1-1 0 0 0,1 1 0 0 0,0-1 1 0 0,-1 1-1 0 0,1-1 0 0 0,-1 0 0 0 0,1 0 0 0 0,-1 0 0 0 0,1-1 0 0 0,-1 1 0 0 0,0 0 0 0 0,0-1 0 0 0,1 0 0 0 0,-1 1 0 0 0,0-1 0 0 0,2-2 0 0 0,3-5 0 0 0,1 1 0 0 0,-2-1 0 0 0,10-14 1 0 0,0-8 1 0 0,0-1 0 0 0,-2-1 1 0 0,14-51-1 0 0,-11 32 0 0 0,-7 18-2 0 0,-1-2 0 0 0,-2 1 1 0 0,-2-1-1 0 0,1-43 0 0 0,0 26-1 0 0,-3 38 0 0 0,-2 0 0 0 0,1 1 0 0 0,-2-1 0 0 0,0 0 0 0 0,-3-27 0 0 0,1 36 1 0 0,1 5-1 0 0,0-1 1 0 0,1 1-1 0 0,0-1 1 0 0,-1 0-1 0 0,1 1 1 0 0,0-1-1 0 0,0 0 1 0 0,0 1-1 0 0,0-1 1 0 0,0 0-1 0 0,0 1 1 0 0,1-1-1 0 0,-1 0 1 0 0,1 1-1 0 0,-1-1 1 0 0,1 1-1 0 0,0-3 1 0 0,0 2 5 0 0,-3 5 1 0 0,-1 2-6 0 0,1 0-1 0 0,-1 0 1 0 0,1 1 0 0 0,0-1 0 0 0,1 1-1 0 0,-3 11 1 0 0,-2 40 3 0 0,5-46-4 0 0,-1 107 12 0 0,3-61-8 0 0,9 97 11 0 0,-2-63 1 0 0,-8-89-16 0 0,2 34 5 0 0,1 0 1 0 0,12 50-1 0 0,-3-36-1 0 0,18 58 27 0 0,-30-107-30 0 0,1 1 0 0 0,0-1 1 0 0,0 1-1 0 0,0-1 1 0 0,0 1-1 0 0,0-1 0 0 0,1 0 1 0 0,-1 0-1 0 0,0 1 0 0 0,1-1 1 0 0,-1 0-1 0 0,0 0 1 0 0,1 0-1 0 0,0-1 0 0 0,1 2 1 0 0,-3-2-2 0 0,5 0 8 0 0,-1-1-5 0 0,0 0-1 0 0,0 0 1 0 0,0-1-1 0 0,0 0 1 0 0,-1 0-1 0 0,1 0 0 0 0,-1 0 1 0 0,1 0-1 0 0,-1-1 1 0 0,0 0-1 0 0,0 1 1 0 0,3-5-1 0 0,2-3-1 0 0,-1 1 0 0 0,-1-2 0 0 0,0 1 0 0 0,0-1 0 0 0,-1 0 0 0 0,-1 0-1 0 0,1 0 1 0 0,1-13 0 0 0,12-57 4 0 0,-3 0 0 0 0,4-92 0 0 0,-17 148-4 0 0,0-9 3 0 0,-4-54 0 0 0,0 74-4 0 0,-1 1 0 0 0,3 12 0 0 0,0 1 0 0 0,0-1 0 0 0,0 1 0 0 0,0 0 0 0 0,0-1 0 0 0,0 1 0 0 0,0-1 0 0 0,0 1 0 0 0,0-1 0 0 0,0 1 0 0 0,-1-1 0 0 0,1 1 0 0 0,0-1 0 0 0,0 1 0 0 0,0 0 0 0 0,-1-1 0 0 0,1 1 0 0 0,0-1 0 0 0,0 1 0 0 0,-1 0 0 0 0,1-1 0 0 0,0 1 0 0 0,-1 0 0 0 0,1-1 0 0 0,-1 1 0 0 0,1 0 0 0 0,0-1 0 0 0,-1 1 0 0 0,1 0 0 0 0,-1 0 0 0 0,0-1 0 0 0,-4 4 0 0 0,3-1 0 0 0,1 0 0 0 0,-1 0 0 0 0,0 1 0 0 0,1-1 0 0 0,0 0 0 0 0,-1 1 0 0 0,1-1 0 0 0,0 1 0 0 0,0-1 0 0 0,0 1 0 0 0,0 5 0 0 0,-2-1 0 0 0,-2 10 0 0 0,0 0 0 0 0,1 1 0 0 0,1-1 0 0 0,-3 32 0 0 0,-3 42 9 0 0,5-61-2 0 0,-1 57 0 0 0,5-82-7 0 0,1 17 3 0 0,0 0 0 0 0,8 40 0 0 0,2 2 15 0 0,-8-50-13 0 0,2-3-4 0 0,-5-11-1 0 0,0 0 0 0 0,1 0 0 0 0,-1 0 0 0 0,1 1 0 0 0,-1-1 0 0 0,1 0 0 0 0,-1 0 0 0 0,1 0 0 0 0,-1 0 0 0 0,0 0 0 0 0,1 0 0 0 0,-1 0 0 0 0,1 0 0 0 0,-1 0 0 0 0,1 0 0 0 0,-1 0 0 0 0,1 0 0 0 0,-1 0 0 0 0,1-1 0 0 0,-1 1 0 0 0,1 0 0 0 0,-1 0 0 0 0,5-3 0 0 0,-1 1 0 0 0,0-1 0 0 0,0 0 0 0 0,0 0 0 0 0,0 0 0 0 0,-1-1 0 0 0,1 1 0 0 0,-1-1 0 0 0,0 0 0 0 0,0 0 0 0 0,4-6 0 0 0,3-8 0 0 0,11-25 0 0 0,-19 37 0 0 0,11-28 0 0 0,-2 0 0 0 0,12-62 0 0 0,-22 90 0 0 0,16-82 0 0 0,12-54 0 0 0,-26 130 0 0 0,0-1 0 0 0,-2 22 0 0 0,1 1 0 0 0,0-1 0 0 0,0 1 0 0 0,7 15 0 0 0,4 13 0 0 0,17 93 10 0 0,-17-66-2 0 0,-8-53-3 0 0,3 0-2 0 0,-6-7 2 0 0,6 3-4 0 0,2 3-1 0 0,2-4 0 0 0,-12-7 0 0 0,1 0 0 0 0,0 0 0 0 0,0 0 0 0 0,-1 0 0 0 0,1 0 0 0 0,0 0 0 0 0,-1-1 0 0 0,1 1 0 0 0,-1 0 0 0 0,1 0 0 0 0,0-1 0 0 0,-1 1 0 0 0,1 0 0 0 0,-1-1 0 0 0,1 1 0 0 0,0-1 0 0 0,4-3 0 0 0,-1-1 0 0 0,1 1 0 0 0,-1-1 0 0 0,0 0 0 0 0,0 0 0 0 0,-1 0 0 0 0,0-1 0 0 0,0 1 0 0 0,0-1 0 0 0,3-11 0 0 0,-1 3 0 0 0,-1-1 0 0 0,0 0 0 0 0,2-20 0 0 0,11-209 0 0 0,-17 232 1 0 0,1 0 1 0 0,-1 1 0 0 0,2 0-1 0 0,3-16 1 0 0,2 40 9 0 0,1 10-1 0 0,-1 1 0 0 0,0 0 0 0 0,3 30 0 0 0,2 4-3 0 0,-2-12 3 0 0,11 40 18 0 0,25 72 43 0 0,-25-100-44 0 0,-7-21 5 0 0,-11-28-15 0 0,2 0 0 0 0,0 0 0 0 0,9 13 1 0 0,-9-16-7 0 0,-3-3 9 0 0,-2-2-19 0 0,0-1 1 0 0,0 1-1 0 0,0-1 1 0 0,0 1-1 0 0,0-1 1 0 0,1 1 0 0 0,-1-1-1 0 0,0 1 1 0 0,0-1-1 0 0,0 1 1 0 0,1-1-1 0 0,-1 0 1 0 0,0 1 0 0 0,0-1-1 0 0,1 1 1 0 0,-1-1-1 0 0,0 0 1 0 0,1 1-1 0 0,-1-1 1 0 0,1 0 0 0 0,-1 1-1 0 0,0-1 1 0 0,1 0-1 0 0,-1 0 1 0 0,1 1-1 0 0,-1-1 1 0 0,1 0 0 0 0,-1 0-1 0 0,1 0 1 0 0,-1 0-1 0 0,1 0 1 0 0,-1 0-1 0 0,1 1 1 0 0,-1-1 0 0 0,1 0-1 0 0,-1 0 1 0 0,1-1-1 0 0,-1 1 1 0 0,1 0-1 0 0,0 0 1 0 0,19-5 26 0 0,-16 3-26 0 0,0-1 1 0 0,0 1-1 0 0,-1-1 1 0 0,1 0 0 0 0,-1 0-1 0 0,1 0 1 0 0,-1 0 0 0 0,0 0-1 0 0,0-1 1 0 0,-1 1-1 0 0,4-7 1 0 0,2-4 10 0 0,11-28-1 0 0,-16 34-7 0 0,44-128 33 0 0,-23 64-11 0 0,-13 38-16 0 0,-8 21-6 0 0,1 0 1 0 0,1 0-1 0 0,7-13 0 0 0,2-6 7 0 0,-11 24-7 0 0,1 0-1 0 0,-1 0 1 0 0,9-11 0 0 0,15-21 28 0 0,-25 38-25 0 0,0 0-3 0 0,0 0-1 0 0,0 0 1 0 0,0 0 0 0 0,0 1-1 0 0,0-1 1 0 0,0 1-1 0 0,1-1 1 0 0,2 0 0 0 0,0 0 0 0 0,-1 0 1 0 0,0 0-1 0 0,1 0 1 0 0,7-1 0 0 0,-8 2-4 0 0,0 0 3 0 0,-1 0 0 0 0,0 1-1 0 0,1-1 1 0 0,-1 1 0 0 0,1 0 0 0 0,5 0-1 0 0,-4 0 2 0 0,-3 1-2 0 0,1 0-1 0 0,0-1 1 0 0,-1 1 0 0 0,1 0-1 0 0,-1 0 1 0 0,1 0 0 0 0,-1 0-1 0 0,0 1 1 0 0,1-1 0 0 0,-1 1-1 0 0,0-1 1 0 0,0 1 0 0 0,0 0-1 0 0,0 0 1 0 0,3 4 0 0 0,6 7 3 0 0,-1 0 1 0 0,0 1 0 0 0,-1 0 0 0 0,0 1 0 0 0,-2 0-1 0 0,8 17 1 0 0,-15-30-7 0 0,0 0 1 0 0,1 0-1 0 0,-1 0 0 0 0,1-1 0 0 0,-1 1 0 0 0,1 0 0 0 0,0 0 0 0 0,0-1 1 0 0,0 1-1 0 0,0 0 0 0 0,1 1 0 0 0,1 0 3 0 0,-1 0 9 0 0,7 10 11 0 0,-8-12-23 0 0,0-1 0 0 0,0 1-1 0 0,0 0 1 0 0,0 0 0 0 0,0-1 0 0 0,-1 1 0 0 0,1 0 0 0 0,0 0 0 0 0,-1 0-1 0 0,2 1 1 0 0,0-3 6 0 0,1 0-7 0 0,-1 1 1 0 0,1-1 0 0 0,-1 0-1 0 0,1 0 1 0 0,-1 0 0 0 0,0 0-1 0 0,0-1 1 0 0,1 1-1 0 0,-1 0 1 0 0,0-1 0 0 0,0 0-1 0 0,-1 1 1 0 0,1-1-1 0 0,0 0 1 0 0,0 0 0 0 0,2-4-1 0 0,-1 0-1 0 0,6-7 2 0 0,-1 0 1 0 0,-1-1-1 0 0,0 0 0 0 0,0-1 0 0 0,-2 0 0 0 0,0 0 0 0 0,3-18 0 0 0,-1 11-2 0 0,-4 5 1 0 0,3-22 0 0 0,-4 22 0 0 0,1 1 0 0 0,5-18 0 0 0,19-81 0 0 0,-17 66 0 0 0,-6 37-1 0 0,5-1-4 0 0,3 4 3 0 0,-12 9 2 0 0,1 0 0 0 0,-1 0 0 0 0,1 0 0 0 0,-1 0 0 0 0,1 0 0 0 0,-1 0 0 0 0,1 0 0 0 0,-1 1 0 0 0,1-1 0 0 0,-1 0 0 0 0,1 0 0 0 0,-1 0 0 0 0,1 0 0 0 0,-1 1 0 0 0,1-1 0 0 0,-1 0 0 0 0,0 0 0 0 0,1 1 0 0 0,-1-1 0 0 0,1 0 0 0 0,-1 1 0 0 0,5 5 0 0 0,-1 0 0 0 0,0 0 0 0 0,0 0 0 0 0,0 1 0 0 0,-1-1 0 0 0,0 1 0 0 0,0 0 0 0 0,-1 0 0 0 0,0 0 0 0 0,1 9 0 0 0,6 14 0 0 0,13 48-8 0 0,17 110 0 0 0,-22-113 8 0 0,-13-61 0 0 0,0 1 0 0 0,-3-1 0 0 0,-1-2 0 0 0,2-6 0 0 0,2-6 0 0 0,2-6 0 0 0,1-4 0 0 0,0 1 0 0 0,-1-2 0 0 0,0 1 0 0 0,8-22 0 0 0,-6 9 0 0 0,-2 0 0 0 0,4-27 0 0 0,2-6-1 0 0,-10 44-6 0 0,-2 9-1 0 0,2 6-9 0 0,3 4 14 0 0,-1 0 0 0 0,0 1 0 0 0,0-1 0 0 0,-1 1-1 0 0,0 0 1 0 0,3 11 0 0 0,10 56-4 0 0,-8-30-3 0 0,23 117-12 0 0,-10-41-28 0 0,-18-93 34 0 0,-2-26 8 0 0,-1 0-1 0 0,0 6-4 0 0,0-6 3 0 0,0-1 2 0 0,0 7 0 0 0,0-6 0 0 0,0 0 0 0 0,0 6 0 0 0,0-5 0 0 0,0 5-1 0 0,0-6-4 0 0,0-15-35 0 0,0 5 45 0 0,0-15-29 0 0,0 21 25 0 0,0 0-46 0 0,51-137 50 0 0,-29 92 3 0 0,-4 8 0 0 0,-6 13 0 0 0,-6 14 0 0 0,-1 0 0 0 0,-1 0 0 0 0,0 0 0 0 0,3-20 0 0 0,-5 17 0 0 0,-1 3 0 0 0,2 0 0 0 0,-3 4 0 0 0,-3 18 0 0 0,-3 44 0 0 0,4-32 0 0 0,-7 34 0 0 0,7-53 5 0 0,1 9 5 0 0,1 0-9 0 0,0 45 33 0 0,0-56-20 0 0,0 22 58 0 0,0-20-56 0 0,1-3-5 0 0,-1 1 0 0 0,0 0 0 0 0,0-1 0 0 0,0 1 0 0 0,0-1 0 0 0,0 1-1 0 0,0-1 1 0 0,0 1 0 0 0,0-1 0 0 0,0 1 0 0 0,0-1 0 0 0,-1 1 0 0 0,1-1 0 0 0,0 1 0 0 0,0 0 0 0 0,0-1 0 0 0,-1 1 0 0 0,1 0 0 0 0,-7 4-4 0 0,0-1 1 0 0,-1 1-1 0 0,1-1 0 0 0,-1-1 0 0 0,0 1 0 0 0,0-1 0 0 0,0-1 0 0 0,-9 3 1 0 0,-4 1-1 0 0,-135 44 64 0 0,132-42-58 0 0,0-1 0 0 0,0-1 0 0 0,0-1 0 0 0,0-2 0 0 0,-1 0-1 0 0,1-1 1 0 0,-1-2 0 0 0,0 0 0 0 0,-29-5 0 0 0,11-1 13 0 0,-53-9 35 0 0,73 12-31 0 0,-27-1 0 0 0,-1 0 13 0 0,-14-2-1 0 0,29 4 13 0 0,-40 3 0 0 0,26 0-3 0 0,43-1-40 0 0,0 1 1 0 0,0 0-1 0 0,1 0 0 0 0,-1 1 1 0 0,0 0-1 0 0,1 0 1 0 0,0 0-1 0 0,-8 4 1 0 0,-10 4 40 0 0,0 2 6 0 0,22-11-21 0 0,0 1-22 0 0,-4 2-22 0 0,-4 7 138 0 0,12-7-64 0 0,10 0-46 0 0,9-1-3 0 0,0-2-1 0 0,-1 0 1 0 0,1-2-1 0 0,0 0 1 0 0,34-7-1 0 0,-13 0 7 0 0,74-27 1 0 0,-83 24-21 0 0,10-5 16 0 0,57-28-1 0 0,-89 39-20 0 0,1 3 0 0 0,-3 2-1 0 0,-7 0-2 0 0,-4 3 1 0 0,-2 4 1 0 0,0-1 1 0 0,-1 0 0 0 0,0 0 0 0 0,-1-1 0 0 0,1 1-1 0 0,-12 7 1 0 0,-41 27-1 0 0,14-15-3 0 0,-72 30 0 0 0,44-24-3 0 0,-78 28-6 0 0,74-32 10 0 0,-1-4 1 0 0,-1-4-1 0 0,-95 12 0 0 0,12-25 3 0 0,161-6 0 0 0,-17 0 0 0 0,1 0 0 0 0,4 0 0 0 0,0 0 0 0 0,58 12 0 0 0,-13-7 0 0 0,0-1 0 0 0,36 0 0 0 0,71-7 0 0 0,-27 0 0 0 0,71 15 0 0 0,-99-4 0 0 0,-58-7 4 0 0,0-1 0 0 0,0-2 0 0 0,0 0 0 0 0,-1-2 0 0 0,31-9 0 0 0,-49 11-2 0 0,-1 0 0 0 0,1 0 0 0 0,-1-1 0 0 0,1 0 0 0 0,-1-1 0 0 0,0 0 0 0 0,11-7 0 0 0,-2 1 6 0 0,2 1 0 0 0,-1 0 0 0 0,0 1-1 0 0,-1-3-4 0 0,-2 2 2 0 0,-2 3-2 0 0,-1 0 2 0 0,1 0-4 0 0,-1 0-1 0 0,1 0 0 0 0,0 0 0 0 0,0 2 0 0 0,0 3 0 0 0,0 1 0 0 0,-1 0 0 0 0,0 0 0 0 0,1 0 0 0 0,-1 0 0 0 0,1 0 0 0 0,-1 0 0 0 0,1 0 0 0 0,-1 0 0 0 0,1 0 0 0 0,-1 0 0 0 0,1 0 0 0 0,-1 0 0 0 0,1 0 0 0 0,-1 0 0 0 0,-1-2 0 0 0,1-3 0 0 0,1-2 0 0 0,5-5 0 0 0,-7 2 0 0 0,0-1 0 0 0,0-1 0 0 0,-1 0 0 0 0,0 0 0 0 0,-1-1 0 0 0,11-23 0 0 0,-5 10 0 0 0,-8 15 0 0 0,1-2 0 0 0,-1 1 0 0 0,6-16 0 0 0,-6 12 0 0 0,2-9-1 0 0,0-1-1 0 0,-2 0 0 0 0,5-34 1 0 0,-10 56 0 0 0,1-22-1 0 0,-2 10-3 0 0,0-1 2 0 0,0 5-4 0 0,0 2-1 0 0,0 7 0 0 0,0-5 0 0 0,0 4 0 0 0,0-3-1 0 0,0 3-4 0 0,0-4 3 0 0,0 6 2 0 0,9 14-73 0 0,0 2 77 0 0,-1 1 1 0 0,-1-1-1 0 0,0 2 1 0 0,4 17-1 0 0,-1-6 1 0 0,52 167-19 0 0,-45-134 10 0 0,32 86-4 0 0,-37-112 8 0 0,6 8 1 0 0,8 13-24 0 0,-21-43 21 0 0,0-3 2 0 0,-4-7 0 0 0,-1 9-25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8T16:35:49.4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674 516 7136 0 0,'-5'2'358'0'0,"-16"6"-3"0"0,6 1 283 0 0,14-9-604 0 0,1 1-1 0 0,-1-1 0 0 0,0 1 0 0 0,1-1 1 0 0,-1 0-1 0 0,0 1 0 0 0,0-1 1 0 0,0 0-1 0 0,1 1 0 0 0,-1-1 0 0 0,0 0 1 0 0,0 0-1 0 0,0 0 0 0 0,0 1 1 0 0,0-1-1 0 0,0 0 0 0 0,1 0 0 0 0,-2-1 1 0 0,-79-4 1747 0 0,-55-14-1113 0 0,104 14-482 0 0,-51 0 0 0 0,78 5-172 0 0,1 1-1 0 0,0-1 1 0 0,-1 1 0 0 0,1 0-1 0 0,0 0 1 0 0,0 1 0 0 0,0-1 0 0 0,0 1-1 0 0,0 0 1 0 0,0 0 0 0 0,0 0-1 0 0,0 1 1 0 0,1-1 0 0 0,-1 1 0 0 0,1 0-1 0 0,0 0 1 0 0,0 0 0 0 0,0 0-1 0 0,-3 5 1 0 0,-3 5 22 0 0,1-1 0 0 0,0 2 0 0 0,1-1-1 0 0,-7 20 1 0 0,8-16-8 0 0,1 1 1 0 0,0 0-1 0 0,1 1 0 0 0,1-1 0 0 0,-1 25 0 0 0,4 96 93 0 0,1-128-116 0 0,1 24 31 0 0,2 1 0 0 0,1-1 0 0 0,2 0 0 0 0,18 57 0 0 0,-18-72-12 0 0,-6-14-12 0 0,1 0-1 0 0,0-1 1 0 0,0 1 0 0 0,0 0-1 0 0,1-1 1 0 0,0 0 0 0 0,0 1-1 0 0,0-1 1 0 0,1-1 0 0 0,-1 1-1 0 0,8 7 1 0 0,-9-11 20 0 0,2 2 20 0 0,-4-3-50 0 0,0 0-1 0 0,0 0 1 0 0,1 0 0 0 0,-1 1 0 0 0,0-1 0 0 0,0 0 0 0 0,0 0 0 0 0,1 0-1 0 0,-1 1 1 0 0,0-1 0 0 0,1 0 0 0 0,-1 0 0 0 0,0 0 0 0 0,0 0-1 0 0,1 0 1 0 0,-1 0 0 0 0,0 0 0 0 0,1 0 0 0 0,-1 0 0 0 0,0 0 0 0 0,0 0-1 0 0,1 0 1 0 0,-1 0 0 0 0,0 0 0 0 0,1 0 0 0 0,-1 0 0 0 0,0 0 0 0 0,0 0-1 0 0,1 0 1 0 0,-1 0 0 0 0,0 0 0 0 0,1 0 0 0 0,-1-1 0 0 0,3-2 11 0 0,0-1 1 0 0,0 0 0 0 0,0 0 0 0 0,0 0-1 0 0,-1 0 1 0 0,0 0 0 0 0,3-8-1 0 0,9-36 46 0 0,-6 17-17 0 0,-5 18-26 0 0,-1 0-1 0 0,0 0 0 0 0,-1 1 1 0 0,0-1-1 0 0,-3-26 0 0 0,1-7 9 0 0,2 29-12 0 0,0-14 40 0 0,-4-59-1 0 0,-2 13 68 0 0,-2-15 55 0 0,6 83-154 0 0,0-1 0 0 0,1 1 0 0 0,1-14 0 0 0,0-20 58 0 0,-3 26-48 0 0,1 11 8 0 0,0 0-1 0 0,0 0 1 0 0,1 0 0 0 0,0 0-1 0 0,0 0 1 0 0,0 1 0 0 0,1-1-1 0 0,2-8 1 0 0,-3 14-31 0 0,0-1 1 0 0,0 0-1 0 0,0 1 0 0 0,0-1 1 0 0,0 1-1 0 0,0-1 0 0 0,0 0 1 0 0,0 1-1 0 0,0-1 0 0 0,-1 0 1 0 0,1 1-1 0 0,0-1 0 0 0,-4-6 861 0 0,2 10-783 0 0,-10 19 59 0 0,1 1 0 0 0,-13 36 1 0 0,11-25-74 0 0,7-17-27 0 0,2-1-1 0 0,0 1 1 0 0,-2 19 0 0 0,-6 25 64 0 0,-39 148 209 0 0,30-141-111 0 0,13-45 460 0 0,7-26-596 0 0,0-2-46 0 0,0 0-1 0 0,0 0 1 0 0,1 0-1 0 0,0 0 1 0 0,0-1-1 0 0,1-8 1 0 0,0-6 2 0 0,0-60 60 0 0,-3-97 168 0 0,-3 125-163 0 0,-1-20 26 0 0,1 25-11 0 0,3 35-24 0 0,-1-24 1 0 0,3 34-78 0 0,0-1 6 0 0,0 0-1 0 0,0 0 1 0 0,0 1 0 0 0,0-1-1 0 0,-1 0 1 0 0,1 0-1 0 0,-1 0 1 0 0,1 0-1 0 0,-1 0 1 0 0,0 0 0 0 0,0 0-1 0 0,-1 1 1 0 0,1-1-1 0 0,0 0 1 0 0,-3-2-1 0 0,2 1 33 0 0,-1-1 0 0 0,1 1 0 0 0,0-1 0 0 0,-3-8-1 0 0,5 12-30 0 0,-1-1 110 0 0,1 2-120 0 0,0 0 0 0 0,0 0 0 0 0,-1 0 0 0 0,1 0-1 0 0,0 0 1 0 0,0 0 0 0 0,0 0 0 0 0,-1 0 0 0 0,1 0-1 0 0,0 0 1 0 0,0-1 0 0 0,0 1 0 0 0,-1 0-1 0 0,1 0 1 0 0,0 0 0 0 0,0 0 0 0 0,0 0 0 0 0,0 0-1 0 0,-1 0 1 0 0,1-1 0 0 0,0 1 0 0 0,0 0 0 0 0,0 0-1 0 0,0 0 1 0 0,0 0 0 0 0,0-1 0 0 0,-1 1 0 0 0,1 0-1 0 0,0 0 1 0 0,0 0 0 0 0,0-1 0 0 0,0 1 3 0 0,0-1 1 0 0,0 1-1 0 0,0 0 1 0 0,-1-1 0 0 0,1 1-1 0 0,0 0 1 0 0,0 0 0 0 0,0-1-1 0 0,-1 1 1 0 0,1 0-1 0 0,0 0 1 0 0,0-1 0 0 0,-1 1-1 0 0,1 0 1 0 0,0 0-1 0 0,-1-1 1 0 0,1 1 0 0 0,0 0-1 0 0,-1 0 1 0 0,1 0 0 0 0,0 0-1 0 0,-1 0 1 0 0,1 0-1 0 0,0-1 1 0 0,-1 1 0 0 0,1 0-1 0 0,0 0 1 0 0,-1 0-1 0 0,0 1 5 0 0,0-1-1 0 0,0 0 0 0 0,0 1 1 0 0,0-1-1 0 0,0 0 1 0 0,0 1-1 0 0,0 0 0 0 0,0-1 1 0 0,1 1-1 0 0,-1-1 0 0 0,0 1 1 0 0,0 0-1 0 0,1-1 0 0 0,-1 1 1 0 0,0 0-1 0 0,1 0 0 0 0,-1 0 1 0 0,1 0-1 0 0,-1 0 1 0 0,1-1-1 0 0,-1 1 0 0 0,1 0 1 0 0,-1 0-1 0 0,1 0 0 0 0,0 0 1 0 0,0 0-1 0 0,-1 2 0 0 0,-5 35 68 0 0,4-28-40 0 0,-1 31 31 0 0,2 1-1 0 0,1 0 0 0 0,8 55 0 0 0,-3-39 7 0 0,9 46 36 0 0,-4-33-57 0 0,13 59 72 0 0,-19-116-94 0 0,-3-11-17 0 0,0-1 0 0 0,-1 1 0 0 0,1 0 0 0 0,-1-1 0 0 0,1 1 0 0 0,-1 0 0 0 0,0-1 0 0 0,0 1 0 0 0,0 4 0 0 0,2-21-4 0 0,0 0 0 0 0,-1 0 0 0 0,-1 1 0 0 0,-1-19 0 0 0,-9-58 7 0 0,7 71-14 0 0,-13-148 23 0 0,14 147-18 0 0,-7-24 1 0 0,5 27-3 0 0,-3-34 1 0 0,6 35-3 0 0,0 1 0 0 0,-1 0-1 0 0,-7-29 1 0 0,8 39-3 0 0,0 1 0 0 0,1-1-1 0 0,-1 1 1 0 0,1-1 0 0 0,0 0 0 0 0,0-6 0 0 0,1 6 0 0 0,-1 0 0 0 0,0-1 0 0 0,-2-8 1 0 0,1 0 4 0 0,0 13-5 0 0,1 1-1 0 0,0-1 0 0 0,0 0 1 0 0,0 1-1 0 0,0-1 1 0 0,0 1-1 0 0,0-1 0 0 0,0 0 1 0 0,0 1-1 0 0,0-1 0 0 0,1 0 1 0 0,-1 1-1 0 0,0-1 1 0 0,0 1-1 0 0,0-1 0 0 0,1 1 1 0 0,-1-2-1 0 0,1 3 0 0 0,0-1 0 0 0,0 0 0 0 0,-1 0 0 0 0,1 1 0 0 0,0-1 0 0 0,-1 0 1 0 0,1 1-1 0 0,0-1 0 0 0,-1 1 0 0 0,1-1 0 0 0,0 1 0 0 0,-1-1 0 0 0,1 1 0 0 0,-1-1 0 0 0,1 1 0 0 0,-1 0 0 0 0,1 0 0 0 0,59 81 0 0 0,-29-37 0 0 0,-8-12 0 0 0,-2 1 0 0 0,-1 1 0 0 0,22 52 0 0 0,-34-67 0 0 0,0 1 0 0 0,-1 1 0 0 0,-1-1 0 0 0,4 34 0 0 0,-8-43 0 0 0,0 0 0 0 0,1 0 0 0 0,5 12 0 0 0,-3-10 0 0 0,5 28 0 0 0,-5-22 0 0 0,1-9 0 0 0,-6-11 0 0 0,0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0,0 0 0 0 0,0 0 0 0 0,1 0 0 0 0,-1 0 0 0 0,0 0 0 0 0,0-1 0 0 0,0 1 0 0 0,0 0 0 0 0,0 0 0 0 0,0 0 0 0 0,0 0 0 0 0,0 0 0 0 0,0 0 0 0 0,2-12 0 0 0,-2 12 0 0 0,8-48 0 0 0,2-26 0 0 0,1-130 0 0 0,-8 112 0 0 0,-3 63 0 0 0,2-1 0 0 0,7-48 0 0 0,8-30 0 0 0,5-19 0 0 0,-14 85 0 0 0,-7 33 0 0 0,0 1 0 0 0,1-1 0 0 0,0 0 0 0 0,0 1 0 0 0,1-1 0 0 0,0 1 0 0 0,7-11 0 0 0,-1 8 0 0 0,2 5 0 0 0,-10 5 0 0 0,-1 1 0 0 0,1 0 0 0 0,-1 0 0 0 0,1-1 0 0 0,0 1 0 0 0,-1 0 0 0 0,1 0 0 0 0,-1 0 0 0 0,1 0 0 0 0,0 0 0 0 0,-1 0 0 0 0,1 0 0 0 0,0 0 0 0 0,-1 0 0 0 0,2 0 0 0 0,-1 1 0 0 0,0 1 0 0 0,0-1 0 0 0,0 0 0 0 0,0 1 0 0 0,0-1 0 0 0,0 1 0 0 0,0 0 0 0 0,0-1 0 0 0,0 1 0 0 0,-1 0 0 0 0,1-1 0 0 0,-1 1 0 0 0,1 2 0 0 0,2 4 0 0 0,34 107 8 0 0,-4 3-1 0 0,21 145 1 0 0,-45-187-3 0 0,-3 1-1 0 0,-6 82 1 0 0,-1-79 5 0 0,2-64-8 0 0,-1-5 1 0 0,0-1 1 0 0,0 1-1 0 0,-1 0 0 0 0,-4 17 1 0 0,3-17 20 0 0,4-20-16 0 0,-8-128 10 0 0,0 20-6 0 0,1-17-1 0 0,2-108 5 0 0,6 138-2 0 0,6-84 0 0 0,-5 149-11 0 0,-1 14 2 0 0,0-1 0 0 0,12-39 1 0 0,-12 52 0 0 0,-2 11-5 0 0,-1 1 0 0 0,0 0 0 0 0,0 0 0 0 0,1 0 0 0 0,-1-1 0 0 0,0 1 0 0 0,1 0 0 0 0,-1 0 0 0 0,1 0 0 0 0,0 0 0 0 0,-1 0 0 0 0,2-2 0 0 0,3 3 2 0 0,-5 1-1 0 0,0-2-2 0 0,0 1 0 0 0,1 0 1 0 0,-1 0-1 0 0,0 0 0 0 0,0 0 1 0 0,0 0-1 0 0,0 0 0 0 0,0 0 0 0 0,0 0 1 0 0,0 0-1 0 0,1 0 0 0 0,-1 1 1 0 0,0-1-1 0 0,0 0 0 0 0,0 0 1 0 0,0 0-1 0 0,0 0 0 0 0,0 0 1 0 0,0 0-1 0 0,1 0 0 0 0,-1 0 1 0 0,0 0-1 0 0,0 0 0 0 0,0 0 0 0 0,0 0 1 0 0,0 0-1 0 0,0 1 0 0 0,0-1 1 0 0,0 0-1 0 0,0 0 0 0 0,0 0 1 0 0,0 0-1 0 0,0 0 0 0 0,1 0 1 0 0,-1 0-1 0 0,0 0 0 0 0,0 1 1 0 0,0-1-1 0 0,0 0 0 0 0,0 0 0 0 0,0 0 1 0 0,0 0-1 0 0,16 34 17 0 0,-7-3-9 0 0,-1 1 0 0 0,5 39-1 0 0,-2-9 2 0 0,47 316 57 0 0,-27 3 22 0 0,-29-353-77 0 0,17 176 63 0 0,-17-186-50 0 0,-1 0 0 0 0,-3 37 0 0 0,0-10 35 0 0,2-43-37 0 0,1 0 0 0 0,4 4 26 0 0,-4-15-28 0 0,-5-20-4 0 0,3 27-11 0 0,-4-44 18 0 0,1-58 1 0 0,4 87-22 0 0,9-424 70 0 0,-6 406-68 0 0,2 1-1 0 0,0-1 0 0 0,3 2 0 0 0,11-35 0 0 0,-12 54-3 0 0,3 1 0 0 0,3 3-1 0 0,-13 9 0 0 0,1 1 1 0 0,0-1-1 0 0,0 1 1 0 0,0-1-1 0 0,0 1 1 0 0,0 0-1 0 0,0-1 1 0 0,0 1-1 0 0,0 0 1 0 0,0 0-1 0 0,0 0 1 0 0,2 0-1 0 0,-3 0 1 0 0,1 0-1 0 0,0 1 1 0 0,0-1-1 0 0,0 1 1 0 0,0-1-1 0 0,0 0 1 0 0,-1 1-1 0 0,1 0 1 0 0,0-1-1 0 0,0 1 0 0 0,-1-1 1 0 0,1 1-1 0 0,0 0 1 0 0,0 0-1 0 0,5 6-1 0 0,-2-3 0 0 0,0 0 0 0 0,0 1 0 0 0,-1 0 0 0 0,1 0 1 0 0,-1 0-1 0 0,0 0 0 0 0,0 0 0 0 0,2 9 1 0 0,-1 2-5 0 0,8 34-2 0 0,6 53 0 0 0,-11-66 8 0 0,-5-28 0 0 0,0 0 0 0 0,0 0 0 0 0,0 15 0 0 0,-2 3 0 0 0,1-12 0 0 0,8-1 0 0 0,-8-13 0 0 0,-1-1 0 0 0,1 1 0 0 0,-1 0 0 0 0,0-1 0 0 0,1 1 0 0 0,-1-1 0 0 0,1 1 0 0 0,-1-1 0 0 0,1 1 0 0 0,-1-1 0 0 0,1 1 0 0 0,-1-1 0 0 0,1 0 0 0 0,-1 1 0 0 0,1-1 0 0 0,0 1 0 0 0,0-2 1 0 0,0 1-1 0 0,0 0 0 0 0,0-1 0 0 0,0 1 1 0 0,0 0-1 0 0,-1-1 0 0 0,1 1 0 0 0,0-1 1 0 0,0 0-1 0 0,-1 1 0 0 0,1-1 0 0 0,0 1 1 0 0,-1-1-1 0 0,1 0 0 0 0,0 0 1 0 0,-1 1-1 0 0,1-1 0 0 0,-1 0 0 0 0,1 0 1 0 0,-1 0-1 0 0,0 0 0 0 0,1-1 0 0 0,10-27 5 0 0,18-122 7 0 0,-24 117-11 0 0,0 10-1 0 0,13-35 0 0 0,1-8 0 0 0,1-3 0 0 0,-15 58 0 0 0,4 2 0 0 0,-8 9 0 0 0,-1 1 0 0 0,0 0 0 0 0,1 0 0 0 0,-1-1 0 0 0,0 1 0 0 0,1 0 0 0 0,-1 0 0 0 0,0 0 0 0 0,1-1 0 0 0,-1 1 0 0 0,0 0 0 0 0,1 0 0 0 0,-1 0 0 0 0,1 0 0 0 0,-1 0 0 0 0,0 0 0 0 0,1 0 0 0 0,-1 0 0 0 0,1 0 0 0 0,-1 0 0 0 0,0 0 0 0 0,1 0 0 0 0,-1 0 0 0 0,0 0 0 0 0,1 0 0 0 0,-1 1 0 0 0,1-1 0 0 0,1 2 0 0 0,0 1 0 0 0,-1 0 0 0 0,1-1 0 0 0,0 1 0 0 0,-1 0 0 0 0,0 0 0 0 0,0 0 0 0 0,0 0 0 0 0,1 3 0 0 0,4 11 0 0 0,14 36 4 0 0,22 91-1 0 0,-1 60 6 0 0,-34-165-9 0 0,10 32 3 0 0,3 20 4 0 0,-12-44 7 0 0,-6-44-6 0 0,4 5 0 0 0,-6-8-8 0 0,0 0 1 0 0,0 0-1 0 0,0 0 0 0 0,0 0 0 0 0,0 0 0 0 0,0 0 0 0 0,0-1 1 0 0,0 1-1 0 0,0 0 0 0 0,0 0 0 0 0,0 0 0 0 0,0 0 0 0 0,0 0 1 0 0,0 0-1 0 0,0 0 0 0 0,0 0 0 0 0,1 0 0 0 0,-1 0 0 0 0,0 0 0 0 0,0 0 1 0 0,0 0-1 0 0,0 0 0 0 0,0-1 0 0 0,0 1 0 0 0,0 0 0 0 0,0 0 1 0 0,0 0-1 0 0,0 0 0 0 0,0 0 0 0 0,0 0 0 0 0,0 0 0 0 0,0 0 0 0 0,0 0 1 0 0,0 0-1 0 0,1 0 0 0 0,-1 0 0 0 0,0 0 0 0 0,0 0 0 0 0,0 0 1 0 0,0 0-1 0 0,0 0 0 0 0,0 0 0 0 0,0 0 0 0 0,0 0 0 0 0,0 0 1 0 0,0 0-1 0 0,0 0 0 0 0,0 0 0 0 0,1 0 0 0 0,-1 0 0 0 0,0 0 0 0 0,0 0 1 0 0,0 0-1 0 0,0 0 0 0 0,0 0 0 0 0,0 0 0 0 0,0 0 0 0 0,0 0 1 0 0,0 0-1 0 0,6-23 13 0 0,0-2 1 0 0,-2 1 0 0 0,2-50-1 0 0,-5 49-6 0 0,10-293 58 0 0,-9 259-54 0 0,9-83 28 0 0,1 7-1 0 0,-12 131-34 0 0,1-1 1 0 0,0 0-1 0 0,0 0 0 0 0,0 1 0 0 0,4-9 0 0 0,-4 10 0 0 0,1-1-1 0 0,-1 1 0 0 0,0-1 0 0 0,0 0 1 0 0,-1 0-1 0 0,1-4 0 0 0,3 0 10 0 0,-4 8-11 0 0,1-1-1 0 0,-1 1 0 0 0,0 0 1 0 0,0 0-1 0 0,0 0 1 0 0,0 0-1 0 0,0 0 0 0 0,0-1 1 0 0,0 1-1 0 0,1 0 1 0 0,-1 0-1 0 0,0 0 0 0 0,0 0 1 0 0,0 0-1 0 0,0 0 1 0 0,1 0-1 0 0,-1 0 0 0 0,0 0 1 0 0,0 0-1 0 0,0 0 1 0 0,0 0-1 0 0,1 0 1 0 0,-1-1-1 0 0,0 1 0 0 0,0 0 1 0 0,0 1-1 0 0,0-1 1 0 0,1 0-1 0 0,-1 0 0 0 0,0 0 1 0 0,0 0-1 0 0,0 0 1 0 0,1 0-1 0 0,-1 0 0 0 0,0 0 1 0 0,0 0-1 0 0,0 0 1 0 0,0 0-1 0 0,0 0 1 0 0,1 0-1 0 0,-1 1 0 0 0,3 4 3 0 0,1 1 0 0 0,-1 0-1 0 0,0 0 1 0 0,-1 0 0 0 0,1 0-1 0 0,1 7 1 0 0,9 46 15 0 0,-1-6-1 0 0,18 79 25 0 0,-19-80-17 0 0,6 69 1 0 0,-10-68-10 0 0,10 189 57 0 0,-23-133-28 0 0,5-91-34 0 0,-1-15-10 0 0,0-1 0 0 0,1 0 21 0 0,0-2-22 0 0,0-1 1 0 0,1-1-1 0 0,-1 1 0 0 0,0 0 1 0 0,0 0-1 0 0,1 0 1 0 0,-1 0-1 0 0,0 0 0 0 0,1-1 1 0 0,-1-1-1 0 0,0 3 0 0 0,-5-19 3 0 0,1 1 0 0 0,-5-29 0 0 0,2 9 0 0 0,-21-102 8 0 0,-18-73 15 0 0,29 143-19 0 0,14 47-5 0 0,-2 0 0 0 0,-1 0 0 0 0,-15-35 0 0 0,16 42 2 0 0,6 15-3 0 0,0-1-1 0 0,-1 1 0 0 0,1-1 1 0 0,0 1-1 0 0,-1 0 0 0 0,0-1 1 0 0,1 1-1 0 0,-1 0 0 0 0,0-1 0 0 0,0 1 1 0 0,1 0-1 0 0,-1 0 0 0 0,0 0 1 0 0,0 0-1 0 0,0 0 0 0 0,-1 0 1 0 0,1 0-1 0 0,0 0 0 0 0,-2-1 1 0 0,-2 2 4 0 0,0 5-2 0 0,0 0 0 0 0,1 1 0 0 0,-1-1 1 0 0,1 1-1 0 0,0 0 0 0 0,0 0 0 0 0,1 0 0 0 0,0 1 0 0 0,-5 12 0 0 0,2-5 3 0 0,-22 59 30 0 0,-28 113 0 0 0,49-159-31 0 0,-4 19 5 0 0,-7 25 16 0 0,16-66-27 0 0,-27 94 28 0 0,25-87-22 0 0,0-1 2 0 0,3-7 0 0 0,4 3 2 0 0,-3-5 3 0 0,2-5-4 0 0,56-145 14 0 0,-43 106-20 0 0,-5 14-2 0 0,-1 0 1 0 0,-1-1 0 0 0,7-43-1 0 0,-9 33-1 0 0,-3 27-2 0 0,-1-1 0 0 0,0-17 0 0 0,1 4-2 0 0,-2 13 0 0 0,0 0 0 0 0,0-15 0 0 0,1 7-9 0 0,-1 19 8 0 0,0 0-9 0 0,-4 15-65 0 0,2-6 72 0 0,1-1 0 0 0,1 0 0 0 0,-1 0 0 0 0,1 0 1 0 0,3 12-1 0 0,0 4-4 0 0,7 95-37 0 0,3 16 4 0 0,45 156 1 0 0,8-90 5 0 0,-43-140 27 0 0,-17-47 6 0 0,4-3 3 0 0,-11-9 2 0 0,0 0 0 0 0,1 0 0 0 0,-1 0 0 0 0,1 0 0 0 0,-1 1 0 0 0,0-1 0 0 0,1 0 0 0 0,-1 0 0 0 0,1 0 0 0 0,-1 0 0 0 0,0 0 0 0 0,1 0 0 0 0,-1-1 0 0 0,1 1 0 0 0,-1 0 0 0 0,1 0 0 0 0,-1 0 0 0 0,0 0 0 0 0,1 0 0 0 0,-1-1 0 0 0,0 1 0 0 0,1 0 0 0 0,-1 0 0 0 0,0-1 0 0 0,1 1 0 0 0,-1 0 0 0 0,0 0 0 0 0,1-1 0 0 0,2-3 0 0 0,-1 0 0 0 0,1 0 0 0 0,-1-1 0 0 0,0 1 0 0 0,0 0 0 0 0,0-1 0 0 0,-1 1 0 0 0,0-1 0 0 0,2-6 0 0 0,4-47 0 0 0,5-290 0 0 0,-10 249 0 0 0,-2 19 0 0 0,3-71 10 0 0,-2 99 38 0 0,-1 50 1 0 0,0 3-47 0 0,0 1 0 0 0,1-1 0 0 0,-1 0 0 0 0,1 1 0 0 0,-1-1 0 0 0,1 0 0 0 0,-1 0 0 0 0,1 1 0 0 0,0-1 0 0 0,-1 0 0 0 0,1 0 0 0 0,1 1 0 0 0,1 3 1 0 0,6 10 6 0 0,0 1 0 0 0,-2 0-1 0 0,8 22 1 0 0,-4-2 14 0 0,-2 1 0 0 0,-1 1 0 0 0,3 45 0 0 0,-3-43 7 0 0,-6-30-14 0 0,0 0 0 0 0,1 15 1 0 0,5 48 89 0 0,-8-70-68 0 0,-1-3-35 0 0,1 0 1 0 0,0 1 0 0 0,0-1-1 0 0,0 1 1 0 0,0-1-1 0 0,0 1 1 0 0,0-1 0 0 0,0 0-1 0 0,0 1 1 0 0,0-1 0 0 0,0 1-1 0 0,0-1 1 0 0,0 1-1 0 0,1-1 1 0 0,-1 0 0 0 0,0 1-1 0 0,0-1 1 0 0,0 1 0 0 0,0-1-1 0 0,1 0 1 0 0,-1 1-1 0 0,0-1 1 0 0,0 0 0 0 0,1 1-1 0 0,9-5 13 0 0,-6 0-1 0 0,2-12-3 0 0,1-1 2 0 0,-1-1 1 0 0,4-22 0 0 0,42-186 56 0 0,-52 224-70 0 0,5-15 2 0 0,1 0-1 0 0,0 0 1 0 0,16-27 0 0 0,-19 40 2 0 0,5-4-2 0 0,-4 5 2 0 0,3-1-1 0 0,-7 4-4 0 0,0 0 0 0 0,0 0 1 0 0,1 0-1 0 0,-1 0 0 0 0,0 0 0 0 0,0 0 1 0 0,0 0-1 0 0,0 0 0 0 0,0 0 0 0 0,0 0 1 0 0,0 0-1 0 0,0 0 0 0 0,0 0 0 0 0,1 0 1 0 0,-1 0-1 0 0,0 0 0 0 0,0 0 0 0 0,0 0 1 0 0,0 0-1 0 0,0 0 0 0 0,0 0 0 0 0,0 0 1 0 0,1 0-1 0 0,-1 0 0 0 0,0 0 0 0 0,0 0 1 0 0,0 0-1 0 0,0 0 0 0 0,0 0 0 0 0,0 0 0 0 0,0 0 1 0 0,0 0-1 0 0,0 0 0 0 0,0 1 0 0 0,1-1 1 0 0,-1 0-1 0 0,0 0 0 0 0,0 0 0 0 0,0 0 1 0 0,0 0-1 0 0,0 0 0 0 0,0 0 0 0 0,0 0 1 0 0,7 7-1 0 0,-1 0 0 0 0,1 0 0 0 0,-1 1 1 0 0,-1-1-1 0 0,1 1 0 0 0,-1 1 1 0 0,-1-1-1 0 0,0 1 0 0 0,6 15 0 0 0,-7-16 0 0 0,9 28 0 0 0,7 39 0 0 0,4 11 0 0 0,-18-70 0 0 0,1 0 0 0 0,-2-1 0 0 0,0 1 0 0 0,4 24 0 0 0,-6-28 0 0 0,-2-12 0 0 0,-1 0 0 0 0,1 1 0 0 0,0-1 0 0 0,0 0 0 0 0,0 0 0 0 0,0 0 0 0 0,0 0 0 0 0,0 1 0 0 0,0-1 0 0 0,0 0 0 0 0,1 0 0 0 0,-1 0 0 0 0,0 0 0 0 0,0 1 0 0 0,0-1 0 0 0,0 0 0 0 0,0 0 0 0 0,0 0 0 0 0,0 0 0 0 0,0 1 0 0 0,0-1 0 0 0,0 0 0 0 0,1 0 0 0 0,-1 0 0 0 0,0 0 0 0 0,0 0 0 0 0,0 0 0 0 0,0 1 0 0 0,0-1 0 0 0,1 0 0 0 0,-1 0 0 0 0,0 0 0 0 0,0 0 0 0 0,0 0 0 0 0,0 0 0 0 0,1 0 0 0 0,-1 0 0 0 0,0 0 0 0 0,0 0 0 0 0,0 0 0 0 0,1 0 0 0 0,0-2 0 0 0,1 0 0 0 0,-1 0 0 0 0,0 0 0 0 0,1 0 0 0 0,-1-1 0 0 0,0 1 0 0 0,0 0 0 0 0,0-1 0 0 0,-1 1 0 0 0,1-1 0 0 0,-1 1 0 0 0,1-4 0 0 0,4-41 0 0 0,-5 34 0 0 0,2-164 0 0 0,0 4 0 0 0,-1 78 0 0 0,-1 54 0 0 0,5-46 0 0 0,-1 43 0 0 0,-2 25 0 0 0,0 0 0 0 0,8-36 0 0 0,-4 20 2 0 0,-5 34 0 0 0,1 4 1 0 0,6 12-2 0 0,-2 0 0 0 0,1 0 0 0 0,-2 0 0 0 0,4 18 0 0 0,13 72 4 0 0,-7-26-4 0 0,25 123 7 0 0,10 123 21 0 0,-47-312-24 0 0,6 27 1 0 0,-5-27 1 0 0,3 26 0 0 0,-5-32-4 0 0,1 16 10 0 0,-3-137 59 0 0,-10-168-62 0 0,10 104-2 0 0,0 90-1 0 0,14-107 0 0 0,-13 186-5 0 0,0 0-1 0 0,1 0 1 0 0,0 1 0 0 0,5-16-1 0 0,-3 11 2 0 0,0 7 8 0 0,-1 7-8 0 0,3 9-4 0 0,-6-9 1 0 0,5 11 0 0 0,0 1 0 0 0,-1-1 0 0 0,4 21 0 0 0,0 3 0 0 0,40 125 7 0 0,-24-84-6 0 0,-11-41 3 0 0,13 66-1 0 0,-4 0-2 0 0,2 15-1 0 0,-10-42 0 0 0,2 14 0 0 0,-8-47 0 0 0,-1 8 15 0 0,-8-130-12 0 0,2-84 3 0 0,11-58 4 0 0,-10 197-7 0 0,-2 9-2 0 0,2 1 0 0 0,-1-1-1 0 0,7-22 1 0 0,3-9 8 0 0,-9 35-8 0 0,1 0 1 0 0,0 0-1 0 0,0 0 1 0 0,2 1-1 0 0,5-14 1 0 0,-2 11 3 0 0,-6 9-4 0 0,1 0 0 0 0,-1 0 0 0 0,1 0 0 0 0,1 1 0 0 0,-1-1 0 0 0,0 1 0 0 0,7-6 0 0 0,9-5 0 0 0,-14 14 0 0 0,-2 1 0 0 0,3-1 4 0 0,8 0-4 0 0,-10 2 0 0 0,1 0 0 0 0,-1 1-1 0 0,0-1 1 0 0,0 1 0 0 0,0 0-1 0 0,0 0 1 0 0,-1 1 0 0 0,1-1-1 0 0,0 1 1 0 0,5 5 0 0 0,4 5 0 0 0,14 18 0 0 0,-26-29-1 0 0,11 14 3 0 0,0 1 1 0 0,14 29 0 0 0,1 2 1 0 0,79 131 24 0 0,-65-103-17 0 0,-32-56-7 0 0,1-1 0 0 0,0 0 0 0 0,2-1 0 0 0,0 0 0 0 0,19 20 1 0 0,-31-37-5 0 0,1-1 0 0 0,0 1 0 0 0,-1-1 0 0 0,1 1 0 0 0,0-1 0 0 0,0 1 0 0 0,0-1 0 0 0,-1 1 0 0 0,1-1 0 0 0,0 0 0 0 0,0 1 0 0 0,0-1 0 0 0,0 0 0 0 0,0 0 0 0 0,0 0 0 0 0,0 0 0 0 0,1 0 0 0 0,1 1 2 0 0,0-1-2 0 0,-1 0 0 0 0,1 0 0 0 0,-1-1 0 0 0,1 1 0 0 0,-1 0 0 0 0,1-1 0 0 0,-1 1-1 0 0,0-1 1 0 0,1 0 0 0 0,-1 0 0 0 0,0 0 0 0 0,0 0 0 0 0,1 0 0 0 0,-1-1 0 0 0,0 1 0 0 0,0 0 0 0 0,0-1 0 0 0,-1 0 0 0 0,1 1 0 0 0,0-1 0 0 0,-1 0 0 0 0,1 0 0 0 0,-1 0-1 0 0,1 0 1 0 0,-1 0 0 0 0,2-4 0 0 0,5-12 6 0 0,0 0-1 0 0,-2 0 0 0 0,8-31 1 0 0,6-60 6 0 0,-17 95-10 0 0,7-102 22 0 0,-2 22-12 0 0,5-4 2 0 0,7-58 17 0 0,-19 143-28 0 0,1-1 0 0 0,0 1 1 0 0,1 1-1 0 0,0-1 0 0 0,10-22 0 0 0,-2 8 6 0 0,-10 22-7 0 0,1-1 0 0 0,0 1 0 0 0,0-1 0 0 0,1 1 0 0 0,0 0 0 0 0,0 0 0 0 0,0 0 0 0 0,0 0 0 0 0,1 0 0 0 0,0 1 1 0 0,0 0-1 0 0,8-7 0 0 0,-11 10-3 0 0,0 1 1 0 0,-1 0-1 0 0,1-1 1 0 0,0 1-1 0 0,0 0 1 0 0,0 0-1 0 0,-1 0 1 0 0,1-1 0 0 0,0 1-1 0 0,0 0 1 0 0,0 0-1 0 0,-1 1 1 0 0,1-1-1 0 0,0 0 1 0 0,0 0-1 0 0,0 0 1 0 0,0 0-1 0 0,-1 1 1 0 0,1-1 0 0 0,0 0-1 0 0,0 1 1 0 0,1 0-1 0 0,12 9 4 0 0,-13-9-4 0 0,3 4 1 0 0,1 0 0 0 0,-1 0 0 0 0,0 1 0 0 0,-1-1 0 0 0,1 1 1 0 0,-1 0-1 0 0,0 0 0 0 0,-1 0 0 0 0,3 9 0 0 0,0-4 1 0 0,152 414-1 0 0,-105-240-1 0 0,-12-43 0 0 0,-37-132 0 0 0,1 1 0 0 0,0 0 0 0 0,-1 0 0 0 0,2 20 0 0 0,-2-21 0 0 0,-3-10 0 0 0,0 1 0 0 0,0-1 0 0 0,1 0 0 0 0,-1 0 0 0 0,0 1 0 0 0,0-1 0 0 0,1 0 0 0 0,-1 0 0 0 0,0 0 0 0 0,1 0 0 0 0,-1 1 0 0 0,0-1 0 0 0,0 0 0 0 0,1 0 0 0 0,-1 0 0 0 0,0 0 0 0 0,1 0 0 0 0,-1 0 0 0 0,0 0 0 0 0,1 0 0 0 0,-1 0 0 0 0,0 0 0 0 0,1 0 0 0 0,-1 0 0 0 0,0 0 0 0 0,1 0 0 0 0,-1 0 0 0 0,1-1 0 0 0,0 1 0 0 0,-1-1 0 0 0,1 0 0 0 0,0 1 0 0 0,-1-1 0 0 0,1 0 0 0 0,-1 1 0 0 0,1-1 0 0 0,-1 0 0 0 0,1 0 0 0 0,-1 1 0 0 0,1-1 0 0 0,-1 0 0 0 0,0 0 0 0 0,0 0 0 0 0,1 0 0 0 0,-1-1 0 0 0,3-19 0 0 0,-2 13 0 0 0,6-121 0 0 0,-5 40 0 0 0,5-66 0 0 0,17-52 0 0 0,-20 191 2 0 0,0 1 0 0 0,1 0 0 0 0,0 0 0 0 0,12-23 0 0 0,-16 36-1 0 0,0 0 0 0 0,0 1 1 0 0,0-1-1 0 0,1 0 0 0 0,-1 0 1 0 0,0 0-1 0 0,1 1 0 0 0,-1-1 0 0 0,3-1 1 0 0,-3 3-1 0 0,0-1 0 0 0,-1 1 0 0 0,1-1 0 0 0,0 1 0 0 0,0 0 0 0 0,0-1 0 0 0,-1 1 0 0 0,1 0 0 0 0,0 0 0 0 0,0-1 0 0 0,0 1 0 0 0,0 0 0 0 0,-1 0 0 0 0,1 0 0 0 0,0 0 0 0 0,0 0 0 0 0,1 0 0 0 0,0 1 0 0 0,0 0 1 0 0,0 0-1 0 0,0 0 0 0 0,0 0 1 0 0,0 0-1 0 0,0 1 0 0 0,-1-1 1 0 0,1 1-1 0 0,0-1 1 0 0,-1 1-1 0 0,1-1 0 0 0,-1 1 1 0 0,1 0-1 0 0,-1 0 1 0 0,1 2-1 0 0,18 28 9 0 0,-2 1 0 0 0,23 60 0 0 0,13 76 19 0 0,-41-121-20 0 0,10 45 14 0 0,-22-89-18 0 0,-1 6-2 0 0,0-5 2 0 0,0 2-1 0 0,0-3 7 0 0,0 2-9 0 0,5-16-2 0 0,1-3 0 0 0,-2 5 0 0 0,0 1 0 0 0,-1-1 0 0 0,0 0 0 0 0,3-15 0 0 0,15-148 0 0 0,-19 146 0 0 0,-1 11 0 0 0,0 9 0 0 0,0-1 0 0 0,0 0 0 0 0,0 0 0 0 0,1 0 0 0 0,0 1 0 0 0,3-9 0 0 0,12 88 0 0 0,-1 29-14 0 0,22 106-2 0 0,-35-198 14 0 0,-2-7 1 0 0,1 1 0 0 0,-1 0 0 0 0,0-1 0 0 0,0 1 0 0 0,0 6 0 0 0,-1-1-2 0 0,0-5-2 0 0,0 2 2 0 0,-1-58-4 0 0,2-62 7 0 0,0 101 0 0 0,1 0 0 0 0,2-11 0 0 0,1 11 0 0 0,5-1 0 0 0,-1 1 0 0 0,2 3 0 0 0,-11 8 0 0 0,0 1 0 0 0,1 0 0 0 0,-1 0 0 0 0,1 0 0 0 0,-1 0 0 0 0,1-1 0 0 0,-1 1 0 0 0,1 0 0 0 0,-1 0 0 0 0,0 0 0 0 0,1 0 0 0 0,-1 0 0 0 0,1 0 0 0 0,-1 0 0 0 0,1 0 0 0 0,-1 1 0 0 0,1-1 0 0 0,-1 0 0 0 0,1 0 0 0 0,-1 0 0 0 0,1 0 0 0 0,0 1 0 0 0,0 0 0 0 0,1 0 0 0 0,-1 1 0 0 0,1-1 0 0 0,-1 1 0 0 0,0-1-1 0 0,1 1 1 0 0,-1 0 0 0 0,0-1 0 0 0,0 1 0 0 0,0 0 0 0 0,0 0-1 0 0,-1 0 1 0 0,1-1 0 0 0,0 4 0 0 0,6 32-4 0 0,-1-8 2 0 0,3 17-3 0 0,-1 0 0 0 0,2 60 0 0 0,3 23-5 0 0,-6-51 3 0 0,-4-26 7 0 0,-3-44 0 0 0,1 2 0 0 0,-2 37 0 0 0,0-39 0 0 0,-4-16 0 0 0,-55-109 0 0 0,12 22 0 0 0,-23-20 0 0 0,65 103 0 0 0,2 5 0 0 0,0 0 0 0 0,-1 0 0 0 0,0 0 0 0 0,0 1 0 0 0,0-1 0 0 0,-1 1 0 0 0,0 1 0 0 0,-6-6 0 0 0,-5-3 0 0 0,0 2 0 0 0,0 4 0 0 0,4 5 0 0 0,0-1 1 0 0,0 2-1 0 0,0 0 0 0 0,-1 0 0 0 0,1 1 0 0 0,0 1 0 0 0,0 0 0 0 0,-17 3 1 0 0,16 0 5 0 0,-25 7 1 0 0,-6 2 2 0 0,-242 42 41 0 0,281-53-47 0 0,0 0 1 0 0,0-1-1 0 0,-1 0 1 0 0,1 0-1 0 0,0-1 1 0 0,-9-1-1 0 0,-21-2 10 0 0,26 3-9 0 0,0 0-1 0 0,0 0 1 0 0,-14-5 0 0 0,14 4 0 0 0,0 0 0 0 0,0 0 1 0 0,-14 0-1 0 0,11 1 3 0 0,1-1 0 0 0,-1 0 0 0 0,1-1-1 0 0,0 0 1 0 0,-22-9 0 0 0,7 2 3 0 0,1-1 2 0 0,17 7 1 0 0,1 0 1 0 0,-16-4 0 0 0,2 3 3 0 0,20 5-9 0 0,-7-4 38 0 0,21 10-45 0 0,-1 0 0 0 0,1-1 0 0 0,1-1 0 0 0,13 4 0 0 0,-1-1 3 0 0,85 22 3 0 0,-49-14-5 0 0,-8-7 1 0 0,-17-2 1 0 0,-4-2 0 0 0,50 2 1 0 0,-77-5-5 0 0,19-1 0 0 0,-1-1 0 0 0,0 0 0 0 0,0-2 0 0 0,36-9 0 0 0,-50 11 0 0 0,-7 2 0 0 0,1-1 0 0 0,0 0 0 0 0,0 0 0 0 0,0-1 0 0 0,0 1 0 0 0,0 0 0 0 0,3-2 0 0 0,9-2-1 0 0,-1 3-6 0 0,-2-2-1 0 0,-2 2 0 0 0,-9 1-1 0 0,-19 1-32 0 0,-32 6 32 0 0,-6 0 3 0 0,-3-6-1 0 0,33-1 0 0 0,-1 1 0 0 0,-34 5 0 0 0,32 0 4 0 0,-7 0-1 0 0,-43 14 0 0 0,12 0 4 0 0,-101 17 0 0 0,131-29 0 0 0,-65 23 0 0 0,81-20 3 0 0,16-7-2 0 0,0-1 0 0 0,0-1-1 0 0,0 1 1 0 0,0-1 0 0 0,-1 0 0 0 0,-6 2-1 0 0,6-1 9 0 0,0-1-1 0 0,1 1 0 0 0,-1 1 0 0 0,-5 3 1 0 0,9-5 45 0 0,4-4-46 0 0,0-1-5 0 0,0 1 0 0 0,0 0 0 0 0,1 0 0 0 0,-1 0-1 0 0,1 0 1 0 0,-1 0 0 0 0,1 0 0 0 0,0 1 0 0 0,0-1 0 0 0,0 1-1 0 0,0 0 1 0 0,0 0 0 0 0,4-1 0 0 0,10-2 11 0 0,21-3 0 0 0,-25 5-10 0 0,9 0 4 0 0,0 1-1 0 0,-1 1 1 0 0,30 3-1 0 0,15 0 25 0 0,130-12 12 0 0,-129 0-29 0 0,-27 3-3 0 0,58-2-1 0 0,-70 6-4 0 0,-15 3-6 0 0,3 6-1 0 0,0 2 0 0 0,-3-1 0 0 0,6 10 0 0 0,-17-15-1 0 0,0-1-6 0 0,-2-1 6 0 0,0 0 0 0 0,-1 1-1 0 0,1-1 1 0 0,0 1 0 0 0,-1-1-1 0 0,1 0 1 0 0,0 1 0 0 0,-1-1-1 0 0,0 0 1 0 0,1 0 0 0 0,-1 0-1 0 0,0 1 1 0 0,1-1 0 0 0,-1 0-1 0 0,0 0 1 0 0,0 0 0 0 0,0 0-1 0 0,0 0 1 0 0,0 0 0 0 0,0 0-1 0 0,0-1 1 0 0,-1 1 0 0 0,1 0-1 0 0,0-1 1 0 0,0 1 0 0 0,-1 0-1 0 0,-1 0 1 0 0,-4 1-2 0 0,-1 0 0 0 0,1 0 1 0 0,-15 0-1 0 0,12-1 2 0 0,-70 10-12 0 0,-80 10-5 0 0,131-17 15 0 0,-37 10 0 0 0,-16 4-12 0 0,31-11 13 0 0,-8 3 2 0 0,-89 1-1 0 0,78-14 1 0 0,1-3 0 0 0,0-3 0 0 0,0-3 0 0 0,-114-36 0 0 0,-4-19 18 0 0,178 65-16 0 0,-21-8 1 0 0,-1 1 1 0 0,-59-8 0 0 0,72 15-3 0 0,-9-1 2 0 0,-1 1 0 0 0,-44 3-1 0 0,9 3 4 0 0,0-3-1 0 0,-75-9 0 0 0,-48-18 10 0 0,151 23-14 0 0,-63-5-1 0 0,78 8 0 0 0,0 1 0 0 0,0 1 0 0 0,-38 9 0 0 0,35-6 0 0 0,13-3 0 0 0,1 0 0 0 0,0 1 0 0 0,-1 0 0 0 0,1 0 0 0 0,0 1 0 0 0,-11 6 0 0 0,-20 15 0 0 0,-74 32 0 0 0,58-33 0 0 0,-66 23 11 0 0,103-40 1 0 0,13-5-11 0 0,-1 0 0 0 0,1 0 1 0 0,-1 0-1 0 0,0-1 1 0 0,1 0-1 0 0,-9 1 0 0 0,-25-2 6 0 0,33-1-6 0 0,3 1 0 0 0,1 0 0 0 0,0 0 0 0 0,0 0 0 0 0,0 0 0 0 0,0 0 0 0 0,-5 1 0 0 0,-12 5 0 0 0,15-3-1 0 0,-3 4 8 0 0,-11 4 18 0 0,7-2-10 0 0,11-7-2 0 0,-1-2-6 0 0,-6 0 0 0 0,6 0 0 0 0,0 0 0 0 0,-5 0 2 0 0,5 0 28 0 0,4 0-31 0 0,181-3 65 0 0,-112 9-56 0 0,-49-3-4 0 0,40-1 0 0 0,54 1 15 0 0,-2-3 5 0 0,46 3 14 0 0,4 5-12 0 0,-36-8-10 0 0,28-1-11 0 0,-86-1-12 0 0,121-17 7 0 0,-64 4-8 0 0,10-5 0 0 0,-56 4 0 0 0,-24 4 0 0 0,97-17-8 0 0,-136 24 7 0 0,-2 0-1 0 0,1-1 0 0 0,-1 0 1 0 0,0-2-1 0 0,17-9 0 0 0,71-53-8 0 0,-90 60 8 0 0,18-13-5 0 0,1 2 1 0 0,0 1 0 0 0,66-27-1 0 0,-87 44 5 0 0,0 0-1 0 0,1 0 1 0 0,-1 1 0 0 0,20-1-1 0 0,1 0-2 0 0,-18 1 3 0 0,0 0 1 0 0,1 2-1 0 0,-1 0 1 0 0,17 1-1 0 0,73 8-19 0 0,-2 0-2 0 0,-85-6 12 0 0,34 8 0 0 0,-29-6-2 0 0,23 12-25 0 0,-42-15 35 0 0,0-1 1 0 0,0 1-1 0 0,0 0 1 0 0,0 0-1 0 0,0 0 1 0 0,7 5-1 0 0,-6-3-1 0 0,1 0 1 0 0,0 0-1 0 0,0-1 0 0 0,0 0 0 0 0,7 2 1 0 0,-1-1 1 0 0,-6-1-6 0 0,0 0 0 0 0,1-1 1 0 0,0 0-1 0 0,-1-1 0 0 0,14 2 1 0 0,-10-3 4 0 0,16-1-8 0 0,4 3-1 0 0,-17 2 12 0 0,-2 6 0 0 0,1-3 0 0 0,0 4 0 0 0,4 0 0 0 0,-1 0 0 0 0,-5-1 0 0 0,1 2 0 0 0,-10-11 0 0 0,8 6 0 0 0,-8-7 0 0 0,0 0 0 0 0,0 0 0 0 0,0-1 0 0 0,0 1 0 0 0,0 0 0 0 0,1-1 0 0 0,-1 1 0 0 0,0-1 0 0 0,0 1 0 0 0,2-2 0 0 0,13-6 0 0 0,-2 1 0 0 0,-4 4 2 0 0,-7 1 3 0 0,5-5-2 0 0,-4 4 2 0 0,5-6-4 0 0,4 4-1 0 0,0 4 0 0 0,-2 1 0 0 0,-10 0 0 0 0,-1 0 0 0 0,1-1 0 0 0,-1 1 0 0 0,1 0 0 0 0,-1 1 0 0 0,0-1 0 0 0,1 0 0 0 0,-1 0 0 0 0,1 0 0 0 0,-1 0 0 0 0,1 0 0 0 0,-1 0 0 0 0,1 1 0 0 0,-1-1 0 0 0,1 0 0 0 0,-1 0 0 0 0,0 0 0 0 0,1 1 0 0 0,1 11 0 0 0,-2 0 0 0 0,0-4 2 0 0,0-6 4 0 0,-4-1 2 0 0,3-1-8 0 0,-19-8 11 0 0,6 6 0 0 0,-2 5-7 0 0,-1 3 1 0 0,4-1-2 0 0,8-3 2 0 0,-2 5-2 0 0,3-5 2 0 0,-4 2-2 0 0,5-3 2 0 0,-5-1-2 0 0,6 0 75 0 0,0 25-22 0 0,2-23-48 0 0,0 20 26 0 0,0-20-12 0 0,0 0-14 0 0,0 6 0 0 0,0-6 8 0 0,0 0-8 0 0,0 5 2 0 0,0-5 3 0 0,0 0-4 0 0,0 6-1 0 0,0-6 16 0 0,2-1-16 0 0,30 7 26 0 0,-29-6-29 0 0,3 8-4 0 0,5 1-1 0 0,0 1 0 0 0,0-3 0 0 0,-10-9 0 0 0,-1 1 0 0 0,1-1 0 0 0,-1 0 0 0 0,1 0 0 0 0,-1 0 0 0 0,1 0 0 0 0,0 0 0 0 0,-1 1 0 0 0,1-1 0 0 0,-1 0 0 0 0,1 0 0 0 0,-1 0 0 0 0,1-1 0 0 0,-1 1 0 0 0,1 0 0 0 0,-1 0 0 0 0,1 0 0 0 0,-1 0 0 0 0,1 0 0 0 0,0-1 0 0 0,0 0 0 0 0,0 1 0 0 0,0-1 0 0 0,1 0 0 0 0,-1 0 0 0 0,0 0 0 0 0,0 0 0 0 0,0 0 0 0 0,-1 0 0 0 0,2-2 0 0 0,1-1 0 0 0,-1 0 0 0 0,0-1 0 0 0,-1 1 0 0 0,1 0 0 0 0,-1-1 0 0 0,0 1 0 0 0,1-7 0 0 0,3-36 0 0 0,-4 32 0 0 0,2-129 0 0 0,-2 44 0 0 0,4-36 0 0 0,-5 116 0 0 0,1 0 0 0 0,0 0 0 0 0,2 1 0 0 0,5-24 0 0 0,-4 14 0 0 0,2-19 0 0 0,-4 32 0 0 0,-2 4 0 0 0,0 12 0 0 0,0-1 0 0 0,0 1 0 0 0,0 0 0 0 0,0 0 0 0 0,0-1 0 0 0,-1 1 0 0 0,1 0 0 0 0,0 0 0 0 0,0-1 0 0 0,1 1 0 0 0,-1 0 0 0 0,0-1 0 0 0,0 1 0 0 0,0 0 0 0 0,0 0 0 0 0,0-1 0 0 0,0 1 0 0 0,0 0 0 0 0,0 0 0 0 0,0-1 0 0 0,1 1 0 0 0,-1 0 0 0 0,0 0 0 0 0,0 0 0 0 0,0-1 0 0 0,0 1 0 0 0,1 0 0 0 0,-1 0 0 0 0,0-1 0 0 0,1 1 0 0 0,0 0 0 0 0,-1 1 0 0 0,1-1 0 0 0,-1 0 0 0 0,1 0 0 0 0,-1 0 0 0 0,1 0 0 0 0,-1 0 0 0 0,1 1 0 0 0,-1-1 0 0 0,1 0 0 0 0,-1 1 0 0 0,1-1 0 0 0,-1 0 0 0 0,0 1 0 0 0,1-1 0 0 0,-1 0 0 0 0,1 1 0 0 0,-1-1 0 0 0,0 1 0 0 0,1-1 0 0 0,-1 1 0 0 0,6 16 0 0 0,-4 23 0 0 0,-2-36 0 0 0,5 209 0 0 0,-6-85 0 0 0,-1-47 0 0 0,6 108 0 0 0,-4-174 0 0 0,0-3 0 0 0,0-4 0 0 0,0-17 0 0 0,1 3 0 0 0,0 0 0 0 0,1 0 0 0 0,3-11 0 0 0,-3 11 0 0 0,0 0 0 0 0,0 0 0 0 0,-1 0 0 0 0,1-8 0 0 0,-3-77 0 0 0,-3-22 0 0 0,4 101 0 0 0,0 1 0 0 0,2 4 0 0 0,1 7 0 0 0,3 6 0 0 0,-6-6 0 0 0,10 12 0 0 0,-2 1 0 0 0,0 0 0 0 0,-1 0 0 0 0,0 0 0 0 0,0 1 0 0 0,7 26 0 0 0,6 13 0 0 0,-6-12 0 0 0,-11-29 0 0 0,1-1 0 0 0,0 0 0 0 0,10 18 0 0 0,-7-16 0 0 0,-3 2 0 0 0,-4-15 0 0 0,0 0 0 0 0,0 0 0 0 0,0 0 0 0 0,0 0 0 0 0,0 0 0 0 0,0 0 0 0 0,0 0 0 0 0,0 0 0 0 0,0 0 0 0 0,0 0 0 0 0,0 0 0 0 0,0 0 0 0 0,0 0 0 0 0,0 0 0 0 0,0 0 0 0 0,0 0 0 0 0,0 0 0 0 0,0 0 0 0 0,0 0 0 0 0,0 0 0 0 0,0 0 0 0 0,-1 0 0 0 0,1 0 0 0 0,0 0 0 0 0,0 0 0 0 0,0 0 0 0 0,0 0 0 0 0,0 0 0 0 0,-4-9 0 0 0,-5-14 0 0 0,-38-156 8 0 0,14 24 0 0 0,25 112-2 0 0,6 27 3 0 0,-9-31-1 0 0,4 21-4 0 0,4 10 7 0 0,4 0-7 0 0,1 3 1 0 0,-1 2-2 0 0,-1 0 2 0 0,0 1-2 0 0,0 6 2 0 0,0-3-2 0 0,0 3 2 0 0,0-6-4 0 0,0-1-1 0 0,0 11 0 0 0,0 0 0 0 0,0 0 0 0 0,0 0 0 0 0,0 0 0 0 0,1 0 0 0 0,-1 0 0 0 0,0 0 0 0 0,0 1 0 0 0,0-1 0 0 0,0 0 0 0 0,0 0 0 0 0,0 0 0 0 0,0 0 0 0 0,1 0 0 0 0,-1 0 0 0 0,0 0 0 0 0,0 0 0 0 0,0 0 0 0 0,0 0 0 0 0,0 0 0 0 0,0 0 0 0 0,1 0 0 0 0,-1 0 0 0 0,0 0 0 0 0,0 0 0 0 0,0 0 0 0 0,0 0 0 0 0,0 0 0 0 0,0 0 0 0 0,0 0 0 0 0,1 0 0 0 0,-1 0 0 0 0,0-1 0 0 0,0 1 0 0 0,0 0 0 0 0,0 0 0 0 0,0 0 0 0 0,0 0 0 0 0,0 0 0 0 0,0 0 0 0 0,1 0 0 0 0,-1 0 0 0 0,0 0 0 0 0,0-1 0 0 0,0 1 0 0 0,0 0 0 0 0,0 0 0 0 0,0 0 0 0 0,0 0 0 0 0,0 0 0 0 0,0 0 0 0 0,0 0 0 0 0,0-1 0 0 0,0 1 0 0 0,0 0 0 0 0,6 9 0 0 0,-1 4 0 0 0,0 1 0 0 0,0 0 0 0 0,-2 0 0 0 0,1 0 0 0 0,-2 0 0 0 0,0 0 0 0 0,0 17 0 0 0,0-2 0 0 0,-1-29 0 0 0,-1 6 0 0 0,1 1 0 0 0,-1-1 0 0 0,0 0 0 0 0,0 0 0 0 0,0 1 0 0 0,-1-1 0 0 0,0 0 0 0 0,-1 0 0 0 0,1 0 0 0 0,-1 0 0 0 0,-3 7 0 0 0,-1 7 0 0 0,4-14 0 0 0,1-1 0 0 0,-1 1 0 0 0,-1-1 0 0 0,1 0 0 0 0,0 0 0 0 0,-6 7 0 0 0,-8 12 0 0 0,-2 1 0 0 0,-1 0 0 0 0,-22 23 0 0 0,9-19 0 0 0,20-19 0 0 0,-21 22 0 0 0,25-20 0 0 0,-4 4 0 0 0,-4 0 0 0 0,-2-6 0 0 0,2-3 2 0 0,6-1 4 0 0,6-4 2 0 0,-4 2 2 0 0,6-3 60 0 0,0-1-60 0 0,-5 0 3 0 0,5 0-4 0 0,-5 1-2 0 0,1 1-1 0 0,0 0 0 0 0,-1 1 1 0 0,1-1-1 0 0,0 1 0 0 0,1 0 1 0 0,-12 8-1 0 0,-5 2 6 0 0,-194 73 59 0 0,189-77-61 0 0,-20 6-2 0 0,-76 13 0 0 0,99-25-6 0 0,1-1-1 0 0,-1-2 0 0 0,0 0 1 0 0,1-2-1 0 0,-28-4 0 0 0,49 5-1 0 0,-70-9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36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229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5122-DD5D-6CD0-F5D8-B612CD96F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7CF15-2E2E-F3CE-8E9D-EF58E655F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7F5A7-4C19-4A27-50E4-08188336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75B9-AF84-43C8-A7C5-466FA648FED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E0397-203E-6AA1-0D4C-8BC6592F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00D31-A302-821F-38A7-E2E781DA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75B5-1C4B-4A1E-A81D-F1E9112D9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72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10" Type="http://schemas.openxmlformats.org/officeDocument/2006/relationships/image" Target="../media/image17.png"/><Relationship Id="rId4" Type="http://schemas.openxmlformats.org/officeDocument/2006/relationships/image" Target="../media/image12.sv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customXml" Target="../ink/ink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/>
        </p:nvSpPr>
        <p:spPr>
          <a:xfrm>
            <a:off x="1070049" y="986305"/>
            <a:ext cx="12099100" cy="99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spAutoFit/>
          </a:bodyPr>
          <a:lstStyle/>
          <a:p>
            <a:pPr algn="ctr" eaLnBrk="0" hangingPunct="0">
              <a:defRPr/>
            </a:pPr>
            <a:r>
              <a:rPr lang="en-US" sz="28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pPr algn="ctr"/>
            <a:r>
              <a:rPr lang="en-US" sz="288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Session: 2025-26</a:t>
            </a:r>
          </a:p>
        </p:txBody>
      </p:sp>
      <p:sp>
        <p:nvSpPr>
          <p:cNvPr id="155" name="Google Shape;155;p1"/>
          <p:cNvSpPr txBox="1"/>
          <p:nvPr/>
        </p:nvSpPr>
        <p:spPr>
          <a:xfrm>
            <a:off x="4011000" y="4364617"/>
            <a:ext cx="6282812" cy="232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Presented By: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Name: Shivansh Lohani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PRN : 23070521141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Name: Shreyasi Gidmare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PRN : 23070521146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Name: Sushmit Partakke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PRN: 23070521156</a:t>
            </a:r>
          </a:p>
          <a:p>
            <a:pPr algn="ctr">
              <a:buClr>
                <a:srgbClr val="000000"/>
              </a:buClr>
              <a:buSzPts val="2000"/>
            </a:pPr>
            <a:endParaRPr sz="1600" dirty="0">
              <a:solidFill>
                <a:srgbClr val="000099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algn="ctr">
              <a:buClr>
                <a:srgbClr val="000000"/>
              </a:buClr>
              <a:buSzPts val="2000"/>
            </a:pPr>
            <a:endParaRPr sz="1600" dirty="0">
              <a:solidFill>
                <a:srgbClr val="000099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56" name="Google Shape;156;p1"/>
          <p:cNvGrpSpPr/>
          <p:nvPr/>
        </p:nvGrpSpPr>
        <p:grpSpPr>
          <a:xfrm>
            <a:off x="5078" y="7659581"/>
            <a:ext cx="14630400" cy="571500"/>
            <a:chOff x="0" y="6381750"/>
            <a:chExt cx="12192000" cy="476250"/>
          </a:xfrm>
        </p:grpSpPr>
        <p:sp>
          <p:nvSpPr>
            <p:cNvPr id="157" name="Google Shape;157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2160">
                <a:solidFill>
                  <a:srgbClr val="C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grpSp>
          <p:nvGrpSpPr>
            <p:cNvPr id="158" name="Google Shape;158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159" name="Google Shape;159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0" name="Google Shape;160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1" name="Google Shape;161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2" name="Google Shape;162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3" name="Google Shape;163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4" name="Google Shape;164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</p:grpSp>
      </p:grpSp>
      <p:pic>
        <p:nvPicPr>
          <p:cNvPr id="194" name="Google Shape;194;p1"/>
          <p:cNvPicPr preferRelativeResize="0"/>
          <p:nvPr/>
        </p:nvPicPr>
        <p:blipFill rotWithShape="1">
          <a:blip r:embed="rId3">
            <a:alphaModFix/>
          </a:blip>
          <a:srcRect l="2498" t="10584" r="1906" b="14835"/>
          <a:stretch/>
        </p:blipFill>
        <p:spPr>
          <a:xfrm>
            <a:off x="6017644" y="7700292"/>
            <a:ext cx="8580120" cy="5176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"/>
          <p:cNvGrpSpPr/>
          <p:nvPr/>
        </p:nvGrpSpPr>
        <p:grpSpPr>
          <a:xfrm>
            <a:off x="199498" y="7788658"/>
            <a:ext cx="5097186" cy="328159"/>
            <a:chOff x="4366684" y="2926127"/>
            <a:chExt cx="3278335" cy="2571063"/>
          </a:xfrm>
        </p:grpSpPr>
        <p:sp>
          <p:nvSpPr>
            <p:cNvPr id="196" name="Google Shape;196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</p:grpSp>
      <p:pic>
        <p:nvPicPr>
          <p:cNvPr id="232" name="Google Shape;232;p1" descr="SCSC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1" y="75203"/>
            <a:ext cx="1256732" cy="12891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"/>
          <p:cNvGrpSpPr/>
          <p:nvPr/>
        </p:nvGrpSpPr>
        <p:grpSpPr>
          <a:xfrm>
            <a:off x="-2606" y="7659581"/>
            <a:ext cx="14630400" cy="571500"/>
            <a:chOff x="0" y="6381750"/>
            <a:chExt cx="12192000" cy="476250"/>
          </a:xfrm>
        </p:grpSpPr>
        <p:sp>
          <p:nvSpPr>
            <p:cNvPr id="234" name="Google Shape;234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2160">
                <a:solidFill>
                  <a:srgbClr val="C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grpSp>
          <p:nvGrpSpPr>
            <p:cNvPr id="235" name="Google Shape;235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236" name="Google Shape;236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37" name="Google Shape;237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38" name="Google Shape;238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39" name="Google Shape;239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0" name="Google Shape;240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1" name="Google Shape;241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2" name="Google Shape;242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3" name="Google Shape;243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4" name="Google Shape;244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5" name="Google Shape;245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6" name="Google Shape;246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7" name="Google Shape;247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8" name="Google Shape;248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49" name="Google Shape;249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0" name="Google Shape;250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5" name="Google Shape;255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6" name="Google Shape;256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2" name="Google Shape;262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3" name="Google Shape;263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109710" tIns="54840" rIns="109710" bIns="5484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800"/>
                </a:pPr>
                <a:endParaRPr sz="2160">
                  <a:solidFill>
                    <a:srgbClr val="C00000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endParaRPr>
              </a:p>
            </p:txBody>
          </p:sp>
        </p:grpSp>
      </p:grpSp>
      <p:grpSp>
        <p:nvGrpSpPr>
          <p:cNvPr id="271" name="Google Shape;271;p1"/>
          <p:cNvGrpSpPr/>
          <p:nvPr/>
        </p:nvGrpSpPr>
        <p:grpSpPr>
          <a:xfrm>
            <a:off x="541105" y="7788658"/>
            <a:ext cx="5097186" cy="328159"/>
            <a:chOff x="4366684" y="2926127"/>
            <a:chExt cx="3278335" cy="2571063"/>
          </a:xfrm>
        </p:grpSpPr>
        <p:sp>
          <p:nvSpPr>
            <p:cNvPr id="272" name="Google Shape;272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09710" tIns="54840" rIns="109710" bIns="5484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160">
                <a:solidFill>
                  <a:schemeClr val="dk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endParaRPr>
            </a:p>
          </p:txBody>
        </p:sp>
      </p:grpSp>
      <p:pic>
        <p:nvPicPr>
          <p:cNvPr id="308" name="Picture 307">
            <a:extLst>
              <a:ext uri="{FF2B5EF4-FFF2-40B4-BE49-F238E27FC236}">
                <a16:creationId xmlns:a16="http://schemas.microsoft.com/office/drawing/2014/main" id="{A095A2E8-533C-7DF9-5C5D-9BAF98CB5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829" y="198378"/>
            <a:ext cx="12030648" cy="585832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1D6B6D71-EB36-E192-D618-E38FFDDA9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539" y="99647"/>
            <a:ext cx="901314" cy="996746"/>
          </a:xfrm>
          <a:prstGeom prst="rect">
            <a:avLst/>
          </a:prstGeom>
        </p:spPr>
      </p:pic>
      <p:sp>
        <p:nvSpPr>
          <p:cNvPr id="231" name="Google Shape;307;p1"/>
          <p:cNvSpPr txBox="1"/>
          <p:nvPr/>
        </p:nvSpPr>
        <p:spPr>
          <a:xfrm>
            <a:off x="4958080" y="6768575"/>
            <a:ext cx="4425407" cy="60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IN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Under The Guidance Of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IN" sz="1600" dirty="0">
                <a:solidFill>
                  <a:srgbClr val="000099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Dr. Snehlata K Wankhade</a:t>
            </a:r>
            <a:endParaRPr sz="1600" dirty="0">
              <a:solidFill>
                <a:srgbClr val="000099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EE818-5574-2209-E9E9-0D323AF922DB}"/>
              </a:ext>
            </a:extLst>
          </p:cNvPr>
          <p:cNvSpPr txBox="1"/>
          <p:nvPr/>
        </p:nvSpPr>
        <p:spPr>
          <a:xfrm>
            <a:off x="62193" y="2417473"/>
            <a:ext cx="13999587" cy="156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sz="240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Cybercrime Trend Analysis &amp; Judicial Performance Evaluation in India Using Data Analytics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CA-3 Mini Project BDDC 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6642" y="671393"/>
            <a:ext cx="5675114" cy="70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Introduction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6642" y="1689854"/>
            <a:ext cx="7630716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India's rapid digital transformation - spanning payments, governance, and commerce - has created fertile ground for cybercriminals. Offenses including </a:t>
            </a:r>
            <a:r>
              <a:rPr lang="en-US" sz="1700" b="1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financial fraud, phishing, identity theft, and hacking</a:t>
            </a:r>
            <a:r>
              <a:rPr lang="en-US" sz="17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are rising sharply year over year.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3279398"/>
            <a:ext cx="324207" cy="3242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9111" y="3272790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Digital Growth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459111" y="3750945"/>
            <a:ext cx="692824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Explosion of internet users and online platforms creates new attack surfaces.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4845189"/>
            <a:ext cx="324207" cy="3242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59111" y="4838581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Rising Cybercrime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459111" y="5316736"/>
            <a:ext cx="692824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Diverse and increasingly sophisticated offenses targeting individuals and institutions.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6410980"/>
            <a:ext cx="324207" cy="3242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59111" y="6404372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Analytics Imperative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459111" y="6882527"/>
            <a:ext cx="692824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Data-driven tools are essential to identify risk patterns and allocate law enforcement resources effectively.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8171802-16EA-A501-F366-296F397F4C88}"/>
                  </a:ext>
                </a:extLst>
              </p14:cNvPr>
              <p14:cNvContentPartPr/>
              <p14:nvPr/>
            </p14:nvContentPartPr>
            <p14:xfrm>
              <a:off x="12806080" y="7701904"/>
              <a:ext cx="1637280" cy="437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8171802-16EA-A501-F366-296F397F4C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3080" y="7638904"/>
                <a:ext cx="1762920" cy="5634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2" descr="1,052 Indian Crowd Phone Royalty-Free Images, Stock Photos &amp; Pictures |  Shutterstock">
            <a:extLst>
              <a:ext uri="{FF2B5EF4-FFF2-40B4-BE49-F238E27FC236}">
                <a16:creationId xmlns:a16="http://schemas.microsoft.com/office/drawing/2014/main" id="{52796428-19E0-4DB2-33D8-A895AFECE0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01"/>
          <a:stretch>
            <a:fillRect/>
          </a:stretch>
        </p:blipFill>
        <p:spPr bwMode="auto">
          <a:xfrm>
            <a:off x="9805917" y="-14874"/>
            <a:ext cx="4824483" cy="824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71644"/>
            <a:ext cx="2262902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39629"/>
            <a:ext cx="19907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RESEARCH OBJECTIVES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288613"/>
            <a:ext cx="899898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What This Study Aims to Achieve</a:t>
            </a:r>
            <a:endParaRPr lang="en-US" sz="4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373035"/>
            <a:ext cx="6407944" cy="242899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403515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827621" y="25310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1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3310771"/>
            <a:ext cx="367950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Cybercrime Trend Analysis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084" y="3818930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Identify temporal and geographic patterns in reported cybercrime cases across India.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2373035"/>
            <a:ext cx="6408063" cy="242899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9027" y="2403515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2498" y="25310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2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5842" y="3310771"/>
            <a:ext cx="43782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Judicial Performance Evaluation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5842" y="381893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Measure court efficiency — pendency rates, conviction ratios, and disposal timelines.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5028843"/>
            <a:ext cx="6407944" cy="242899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270" y="5059323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3827621" y="51868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3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084" y="59665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Predictive Modeling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1084" y="647473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Apply ML models to forecast future cybercrime volumes and judicial bottlenecks.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028843"/>
            <a:ext cx="6408063" cy="242899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9027" y="5059323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2498" y="51868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4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5842" y="5966579"/>
            <a:ext cx="343685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Decision Support (BDDC)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5842" y="647473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Provide actionable intelligence for policymakers and law enforcement through dashboards.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A750C18-C312-BBC6-AC23-1F93A9761028}"/>
                  </a:ext>
                </a:extLst>
              </p14:cNvPr>
              <p14:cNvContentPartPr/>
              <p14:nvPr/>
            </p14:nvContentPartPr>
            <p14:xfrm>
              <a:off x="12884560" y="7732504"/>
              <a:ext cx="1590120" cy="409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A750C18-C312-BBC6-AC23-1F93A97610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21560" y="7669504"/>
                <a:ext cx="1715760" cy="53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719495"/>
            <a:ext cx="7454384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Dataset &amp; Problem Statement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1264" y="1716167"/>
            <a:ext cx="5934551" cy="5793819"/>
          </a:xfrm>
          <a:prstGeom prst="roundRect">
            <a:avLst>
              <a:gd name="adj" fmla="val 551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803910" y="191547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Data Sources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3910" y="2463641"/>
            <a:ext cx="5509260" cy="112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Government cybercrime records (2021–2023)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National judicial performance data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State-level disaggregated datasets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3910" y="379118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Variables Tracked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3910" y="4339352"/>
            <a:ext cx="5509260" cy="728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Cases registered, chargesheeted, convicted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Pendency counts and disposal rates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99077" y="1915478"/>
            <a:ext cx="309657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Core Problems Identified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99077" y="2488525"/>
            <a:ext cx="6994565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76217" y="2488525"/>
            <a:ext cx="91440" cy="135636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203162" y="2724031"/>
            <a:ext cx="3434715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📈</a:t>
            </a:r>
            <a:r>
              <a:rPr lang="en-US" sz="21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Accelerating Cybercrime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03162" y="3279815"/>
            <a:ext cx="64549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Year-on-year case volumes show consistent upward momentum.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99077" y="4044196"/>
            <a:ext cx="6994565" cy="1685925"/>
          </a:xfrm>
          <a:prstGeom prst="roundRect">
            <a:avLst>
              <a:gd name="adj" fmla="val 65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76217" y="4044196"/>
            <a:ext cx="91440" cy="1685925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203162" y="4279702"/>
            <a:ext cx="2790944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🗂️</a:t>
            </a:r>
            <a:r>
              <a:rPr lang="en-US" sz="21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Judicial Backlog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03162" y="4835485"/>
            <a:ext cx="645497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Pendency has ballooned, leaving vast numbers of cases unresolved for years.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99077" y="5929432"/>
            <a:ext cx="6994565" cy="13563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6217" y="5929432"/>
            <a:ext cx="91440" cy="1356360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203162" y="6164937"/>
            <a:ext cx="2790944" cy="356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⚖️</a:t>
            </a:r>
            <a:r>
              <a:rPr lang="en-US" sz="21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Conviction Deficit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03162" y="6720721"/>
            <a:ext cx="64549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Conviction rates are disproportionately low relative to cases filed.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C98157D-00A8-9ADB-533A-DFA260A88B6F}"/>
                  </a:ext>
                </a:extLst>
              </p14:cNvPr>
              <p14:cNvContentPartPr/>
              <p14:nvPr/>
            </p14:nvContentPartPr>
            <p14:xfrm>
              <a:off x="12890320" y="7544584"/>
              <a:ext cx="1567440" cy="587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C98157D-00A8-9ADB-533A-DFA260A88B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27320" y="7481944"/>
                <a:ext cx="1693080" cy="71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376" y="592098"/>
            <a:ext cx="1481495" cy="389096"/>
          </a:xfrm>
          <a:prstGeom prst="roundRect">
            <a:avLst>
              <a:gd name="adj" fmla="val 6340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225" y="661273"/>
            <a:ext cx="1219795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METHODOLOGY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9376" y="1055608"/>
            <a:ext cx="8134231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Research &amp; Analytical Framework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92" y="2017102"/>
            <a:ext cx="12769096" cy="479155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35542" y="3229912"/>
            <a:ext cx="659576" cy="6595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47900" y="5628500"/>
            <a:ext cx="1925962" cy="38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Visualization</a:t>
            </a:r>
            <a:endParaRPr lang="en-US" sz="2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0876" y="3231148"/>
            <a:ext cx="659576" cy="6595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20662" y="5628500"/>
            <a:ext cx="1925962" cy="38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ML Models</a:t>
            </a:r>
            <a:endParaRPr lang="en-US" sz="2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6829" y="3231148"/>
            <a:ext cx="659576" cy="6595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6615" y="5433719"/>
            <a:ext cx="1925962" cy="77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Exploratory Analysis</a:t>
            </a:r>
            <a:endParaRPr lang="en-US" sz="2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2781" y="3231148"/>
            <a:ext cx="659576" cy="65957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992566" y="5433719"/>
            <a:ext cx="2047083" cy="77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Preprocessing</a:t>
            </a:r>
            <a:endParaRPr lang="en-US" sz="2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5542" y="3231148"/>
            <a:ext cx="659576" cy="65957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25753" y="5433719"/>
            <a:ext cx="1925961" cy="77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Data Collection</a:t>
            </a:r>
            <a:endParaRPr lang="en-US" sz="2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19376" y="7010519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Each stage builds upon the last - raw government data is cleaned and explored before being fed into predictive models, with findings surfaced through interactive dashboards designed for non-technical stakeholders.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D7EE92E-1B3F-F6FF-4A29-0A5D944F65DD}"/>
                  </a:ext>
                </a:extLst>
              </p14:cNvPr>
              <p14:cNvContentPartPr/>
              <p14:nvPr/>
            </p14:nvContentPartPr>
            <p14:xfrm>
              <a:off x="12775120" y="7623064"/>
              <a:ext cx="1710000" cy="503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D7EE92E-1B3F-F6FF-4A29-0A5D944F65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712480" y="7560424"/>
                <a:ext cx="1835640" cy="62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228"/>
            <a:ext cx="968513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Machine Learning Models Compared</a:t>
            </a:r>
            <a:endParaRPr lang="en-US" sz="4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97800"/>
            <a:ext cx="3348752" cy="2513290"/>
          </a:xfrm>
          <a:prstGeom prst="roundRect">
            <a:avLst>
              <a:gd name="adj" fmla="val 135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624614"/>
            <a:ext cx="289512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Linear Regression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604" y="3223498"/>
            <a:ext cx="289512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Establishes baseline crime trend - simple, interpretable, useful for year-on-year projections.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69356" y="2397800"/>
            <a:ext cx="3348871" cy="2513290"/>
          </a:xfrm>
          <a:prstGeom prst="roundRect">
            <a:avLst>
              <a:gd name="adj" fmla="val 135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596170" y="2624614"/>
            <a:ext cx="289524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Polynomial Regression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96170" y="3595568"/>
            <a:ext cx="28952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Captures non-linear surges and seasonal fluctuations in cybercrime reporting.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5137904"/>
            <a:ext cx="6924437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3647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Random Forest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0604" y="5963602"/>
            <a:ext cx="64708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Handles complex multi-variable interactions -best suited for state-level and category-level predictions.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79249" y="2369463"/>
            <a:ext cx="338697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Model Evaluation Metrics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79249" y="2968347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All models are benchmarked using </a:t>
            </a:r>
            <a:r>
              <a:rPr lang="en-US" sz="1750" b="1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R² Score</a:t>
            </a: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to measure explanatory power, alongside accuracy comparisons to determine which best captures India's evolving cybercrime landscape.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37790B-C653-A592-F22E-8470E37318DC}"/>
                  </a:ext>
                </a:extLst>
              </p14:cNvPr>
              <p14:cNvContentPartPr/>
              <p14:nvPr/>
            </p14:nvContentPartPr>
            <p14:xfrm>
              <a:off x="12943960" y="7655104"/>
              <a:ext cx="1523880" cy="483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37790B-C653-A592-F22E-8470E37318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1320" y="7592464"/>
                <a:ext cx="1649520" cy="60876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2061A43D-6D77-0CDA-91A6-A1EC01B42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323" y="4578386"/>
            <a:ext cx="5877155" cy="3496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4938" y="648891"/>
            <a:ext cx="11186750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Key Findings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05776" y="1602700"/>
            <a:ext cx="7705249" cy="5977890"/>
          </a:xfrm>
          <a:prstGeom prst="roundRect">
            <a:avLst>
              <a:gd name="adj" fmla="val 516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6205776" y="1602700"/>
            <a:ext cx="7705249" cy="1494473"/>
          </a:xfrm>
          <a:prstGeom prst="roundRect">
            <a:avLst>
              <a:gd name="adj" fmla="val 2063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411278" y="1808202"/>
            <a:ext cx="269795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Steady Rise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11278" y="2264688"/>
            <a:ext cx="72942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Cybercrime cases increased consistently across all three years of the study period.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05776" y="3097173"/>
            <a:ext cx="7705249" cy="14944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6205776" y="3097173"/>
            <a:ext cx="7705249" cy="22860"/>
          </a:xfrm>
          <a:prstGeom prst="roundRect">
            <a:avLst>
              <a:gd name="adj" fmla="val 134884"/>
            </a:avLst>
          </a:prstGeom>
          <a:solidFill>
            <a:srgbClr val="D8D4D4"/>
          </a:solidFill>
          <a:ln/>
        </p:spPr>
      </p:sp>
      <p:sp>
        <p:nvSpPr>
          <p:cNvPr id="10" name="Text 7"/>
          <p:cNvSpPr/>
          <p:nvPr/>
        </p:nvSpPr>
        <p:spPr>
          <a:xfrm>
            <a:off x="6411278" y="3302675"/>
            <a:ext cx="28151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Regional Disparities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11278" y="3759160"/>
            <a:ext cx="72942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High-density digital states like Maharashtra, Karnataka, and Telangana report disproportionately higher volumes.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05776" y="4591645"/>
            <a:ext cx="7705249" cy="14944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6205776" y="4591645"/>
            <a:ext cx="7705249" cy="22860"/>
          </a:xfrm>
          <a:prstGeom prst="roundRect">
            <a:avLst>
              <a:gd name="adj" fmla="val 134884"/>
            </a:avLst>
          </a:prstGeom>
          <a:solidFill>
            <a:srgbClr val="D8D4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11278" y="4797147"/>
            <a:ext cx="269795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Low Convictions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11278" y="5253633"/>
            <a:ext cx="72942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Conviction rates remain well below 30%, highlighting systemic prosecution challenges.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05776" y="6086118"/>
            <a:ext cx="7705249" cy="14944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4"/>
          <p:cNvSpPr/>
          <p:nvPr/>
        </p:nvSpPr>
        <p:spPr>
          <a:xfrm>
            <a:off x="6205776" y="6086118"/>
            <a:ext cx="7705249" cy="22860"/>
          </a:xfrm>
          <a:prstGeom prst="roundRect">
            <a:avLst>
              <a:gd name="adj" fmla="val 134884"/>
            </a:avLst>
          </a:prstGeom>
          <a:solidFill>
            <a:srgbClr val="D8D4D4"/>
          </a:solidFill>
          <a:ln/>
        </p:spPr>
      </p:sp>
      <p:sp>
        <p:nvSpPr>
          <p:cNvPr id="18" name="Text 15"/>
          <p:cNvSpPr/>
          <p:nvPr/>
        </p:nvSpPr>
        <p:spPr>
          <a:xfrm>
            <a:off x="6411278" y="6291620"/>
            <a:ext cx="269795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Forecast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11278" y="6748105"/>
            <a:ext cx="729424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Predictive models project further acceleration in cybercrime cases without structural intervention.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0445B5A-A833-51EF-437A-7E44C769419C}"/>
                  </a:ext>
                </a:extLst>
              </p14:cNvPr>
              <p14:cNvContentPartPr/>
              <p14:nvPr/>
            </p14:nvContentPartPr>
            <p14:xfrm>
              <a:off x="12909040" y="7640704"/>
              <a:ext cx="1551600" cy="501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0445B5A-A833-51EF-437A-7E44C76941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46040" y="7578064"/>
                <a:ext cx="1677240" cy="62712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ECF18A6F-1D4F-3FB4-F765-ACB8C8971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2" y="2055941"/>
            <a:ext cx="5726013" cy="4580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40663"/>
            <a:ext cx="8740854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Judicial Pendency: A System Under Strain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543205" y="2850237"/>
            <a:ext cx="263794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Why the Backlog Persists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543205" y="3290768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India's courts face a structural mismatch — cybercrime is growing exponentially while judicial infrastructure and digital forensics capacity expand incrementally.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43205" y="4199692"/>
            <a:ext cx="601539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Shortage of cyber-specialized judges and prosecutors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Complex digital evidence creates procedural delays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Inter-agency coordination remains weak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543205" y="5241727"/>
            <a:ext cx="6015395" cy="928568"/>
          </a:xfrm>
          <a:prstGeom prst="roundRect">
            <a:avLst>
              <a:gd name="adj" fmla="val 2920"/>
            </a:avLst>
          </a:prstGeom>
          <a:solidFill>
            <a:srgbClr val="FCF2B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42" y="5499854"/>
            <a:ext cx="225862" cy="1807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30540" y="5430798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Pendency is not just a backlog — it erodes deterrence, delays justice, and emboldens repeat offenders.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90E0F9-1692-8422-AAD3-8FFAD3BC5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6" y="1291079"/>
            <a:ext cx="7246044" cy="3414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7C6F91-6825-ABEE-9806-CD1813440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33" y="4863345"/>
            <a:ext cx="6056889" cy="3260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C5D860E-DE5E-D86F-4D64-71B97BFD8D3D}"/>
                  </a:ext>
                </a:extLst>
              </p14:cNvPr>
              <p14:cNvContentPartPr/>
              <p14:nvPr/>
            </p14:nvContentPartPr>
            <p14:xfrm>
              <a:off x="12966280" y="7664464"/>
              <a:ext cx="1497960" cy="462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C5D860E-DE5E-D86F-4D64-71B97BFD8D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03640" y="7601464"/>
                <a:ext cx="1623600" cy="58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5566" y="693301"/>
            <a:ext cx="13377841" cy="132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Conclusion &amp; Recommendations</a:t>
            </a:r>
            <a:endParaRPr lang="en-US" sz="4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4938" y="2288738"/>
            <a:ext cx="13508469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Cybercrime is one of India's fastest-growing governance challenges. This study demonstrates that </a:t>
            </a:r>
            <a:r>
              <a:rPr lang="en-US" sz="1550" b="1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predictive analytics can meaningfully support law enforcement planning and judicial resource allocation</a:t>
            </a: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- turning raw data into actionable policy intelligence.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93393" y="3713202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PT Serif Light" pitchFamily="34" charset="-122"/>
                <a:cs typeface="Arial" panose="020B0604020202020204" pitchFamily="34" charset="0"/>
              </a:rPr>
              <a:t>01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93393" y="4033599"/>
            <a:ext cx="377499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6193393" y="4180284"/>
            <a:ext cx="3706535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Invest in Real-Time Monitoring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93393" y="4619506"/>
            <a:ext cx="377499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Deploy dashboards for continuous cybercrime surveillance at state and national level.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48292" y="3713202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PT Serif Light" pitchFamily="34" charset="-122"/>
                <a:cs typeface="Arial" panose="020B0604020202020204" pitchFamily="34" charset="0"/>
              </a:rPr>
              <a:t>02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48292" y="4033599"/>
            <a:ext cx="3775115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8"/>
          <p:cNvSpPr/>
          <p:nvPr/>
        </p:nvSpPr>
        <p:spPr>
          <a:xfrm>
            <a:off x="10148292" y="4180284"/>
            <a:ext cx="3355658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Strengthen Judicial Capacity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48292" y="4619506"/>
            <a:ext cx="3775115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Establish dedicated cyber courts and mandate digital forensics training for prosecutors.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93393" y="5867400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PT Serif Light" pitchFamily="34" charset="-122"/>
                <a:cs typeface="Arial" panose="020B0604020202020204" pitchFamily="34" charset="0"/>
              </a:rPr>
              <a:t>03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93393" y="6187797"/>
            <a:ext cx="7730014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/>
          <p:cNvSpPr/>
          <p:nvPr/>
        </p:nvSpPr>
        <p:spPr>
          <a:xfrm>
            <a:off x="6193393" y="6334482"/>
            <a:ext cx="3586758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Scale Data-Driven Governance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93393" y="6773704"/>
            <a:ext cx="77300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Institutionalize analytics within law enforcement agencies -move from reactive to predictive policing.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2DB318-2928-E19F-611F-1BC86A4DF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43" y="3281082"/>
            <a:ext cx="5453746" cy="46195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D521275-3DAB-871E-BFA0-39F904D24DF1}"/>
                  </a:ext>
                </a:extLst>
              </p14:cNvPr>
              <p14:cNvContentPartPr/>
              <p14:nvPr/>
            </p14:nvContentPartPr>
            <p14:xfrm>
              <a:off x="12932800" y="7650784"/>
              <a:ext cx="1522800" cy="501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D521275-3DAB-871E-BFA0-39F904D24D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70160" y="7587784"/>
                <a:ext cx="1648440" cy="62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636</Words>
  <Application>Microsoft Office PowerPoint</Application>
  <PresentationFormat>Custom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sushmit partakke</cp:lastModifiedBy>
  <cp:revision>3</cp:revision>
  <dcterms:created xsi:type="dcterms:W3CDTF">2026-04-18T16:17:44Z</dcterms:created>
  <dcterms:modified xsi:type="dcterms:W3CDTF">2026-04-18T16:45:23Z</dcterms:modified>
</cp:coreProperties>
</file>